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notesMasterIdLst>
    <p:notesMasterId r:id="rId13"/>
  </p:notesMasterIdLst>
  <p:sldIdLst>
    <p:sldId id="267" r:id="rId2"/>
    <p:sldId id="335" r:id="rId3"/>
    <p:sldId id="425" r:id="rId4"/>
    <p:sldId id="336" r:id="rId5"/>
    <p:sldId id="354" r:id="rId6"/>
    <p:sldId id="417" r:id="rId7"/>
    <p:sldId id="394" r:id="rId8"/>
    <p:sldId id="413" r:id="rId9"/>
    <p:sldId id="419" r:id="rId10"/>
    <p:sldId id="396" r:id="rId11"/>
    <p:sldId id="334" r:id="rId1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89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顾 恒瑞" initials="顾" lastIdx="1" clrIdx="0">
    <p:extLst>
      <p:ext uri="{19B8F6BF-5375-455C-9EA6-DF929625EA0E}">
        <p15:presenceInfo xmlns:p15="http://schemas.microsoft.com/office/powerpoint/2012/main" userId="78efff4828bd472a"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2E73"/>
    <a:srgbClr val="576C87"/>
    <a:srgbClr val="39DDE6"/>
    <a:srgbClr val="E1E1E1"/>
    <a:srgbClr val="FFCC00"/>
    <a:srgbClr val="FFDE02"/>
    <a:srgbClr val="2E75B6"/>
    <a:srgbClr val="44546A"/>
    <a:srgbClr val="FDCB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4C1A8A3-306A-4EB7-A6B1-4F7E0EB9C5D6}" styleName="中度样式 3 - 强调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2838BEF-8BB2-4498-84A7-C5851F593DF1}" styleName="中度样式 4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845" autoAdjust="0"/>
    <p:restoredTop sz="87456" autoAdjust="0"/>
  </p:normalViewPr>
  <p:slideViewPr>
    <p:cSldViewPr snapToGrid="0" showGuides="1">
      <p:cViewPr>
        <p:scale>
          <a:sx n="100" d="100"/>
          <a:sy n="100" d="100"/>
        </p:scale>
        <p:origin x="978" y="102"/>
      </p:cViewPr>
      <p:guideLst>
        <p:guide orient="horz" pos="89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userId="5db93ae8de4200f6" providerId="LiveId" clId="{51FBCA90-95E5-4ACE-B943-9087AFAEA27B}"/>
    <pc:docChg chg="modSld">
      <pc:chgData name="" userId="5db93ae8de4200f6" providerId="LiveId" clId="{51FBCA90-95E5-4ACE-B943-9087AFAEA27B}" dt="2023-03-20T06:55:10.793" v="1" actId="20577"/>
      <pc:docMkLst>
        <pc:docMk/>
      </pc:docMkLst>
      <pc:sldChg chg="modSp">
        <pc:chgData name="" userId="5db93ae8de4200f6" providerId="LiveId" clId="{51FBCA90-95E5-4ACE-B943-9087AFAEA27B}" dt="2023-03-20T06:55:10.793" v="1" actId="20577"/>
        <pc:sldMkLst>
          <pc:docMk/>
          <pc:sldMk cId="4142953614" sldId="336"/>
        </pc:sldMkLst>
        <pc:spChg chg="mod">
          <ac:chgData name="" userId="5db93ae8de4200f6" providerId="LiveId" clId="{51FBCA90-95E5-4ACE-B943-9087AFAEA27B}" dt="2023-03-20T06:55:10.793" v="1" actId="20577"/>
          <ac:spMkLst>
            <pc:docMk/>
            <pc:sldMk cId="4142953614" sldId="336"/>
            <ac:spMk id="9" creationId="{42FDDA9D-022B-692D-CCD5-C2EAEFDB8FB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0D5374-CAC2-4A99-BAFC-4FD9D64443F4}" type="datetimeFigureOut">
              <a:rPr lang="zh-CN" altLang="en-US" smtClean="0"/>
              <a:pPr/>
              <a:t>2026/4/25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A6A5EB-DBDD-4BB6-B956-8F5082F97512}" type="slidenum">
              <a:rPr lang="zh-CN" altLang="en-US" smtClean="0"/>
              <a:pPr/>
              <a:t>‹#›</a:t>
            </a:fld>
            <a:endParaRPr lang="zh-CN" altLang="en-US"/>
          </a:p>
        </p:txBody>
      </p:sp>
    </p:spTree>
    <p:extLst>
      <p:ext uri="{BB962C8B-B14F-4D97-AF65-F5344CB8AC3E}">
        <p14:creationId xmlns:p14="http://schemas.microsoft.com/office/powerpoint/2010/main" val="11116663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D8A3554-0430-45DB-BDFE-3C446509E54A}" type="slidenum">
              <a:rPr lang="en-US" smtClean="0">
                <a:solidFill>
                  <a:prstClr val="black"/>
                </a:solidFill>
              </a:rPr>
              <a:pPr/>
              <a:t>1</a:t>
            </a:fld>
            <a:endParaRPr lang="en-US" dirty="0">
              <a:solidFill>
                <a:prstClr val="black"/>
              </a:solidFill>
            </a:endParaRPr>
          </a:p>
        </p:txBody>
      </p:sp>
    </p:spTree>
    <p:extLst>
      <p:ext uri="{BB962C8B-B14F-4D97-AF65-F5344CB8AC3E}">
        <p14:creationId xmlns:p14="http://schemas.microsoft.com/office/powerpoint/2010/main" val="32213488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改一下改成线性模型</a:t>
            </a:r>
          </a:p>
        </p:txBody>
      </p:sp>
      <p:sp>
        <p:nvSpPr>
          <p:cNvPr id="4" name="灯片编号占位符 3"/>
          <p:cNvSpPr>
            <a:spLocks noGrp="1"/>
          </p:cNvSpPr>
          <p:nvPr>
            <p:ph type="sldNum" sz="quarter" idx="5"/>
          </p:nvPr>
        </p:nvSpPr>
        <p:spPr/>
        <p:txBody>
          <a:bodyPr/>
          <a:lstStyle/>
          <a:p>
            <a:fld id="{9FA6A5EB-DBDD-4BB6-B956-8F5082F97512}" type="slidenum">
              <a:rPr lang="zh-CN" altLang="en-US" smtClean="0"/>
              <a:pPr/>
              <a:t>2</a:t>
            </a:fld>
            <a:endParaRPr lang="zh-CN" altLang="en-US"/>
          </a:p>
        </p:txBody>
      </p:sp>
    </p:spTree>
    <p:extLst>
      <p:ext uri="{BB962C8B-B14F-4D97-AF65-F5344CB8AC3E}">
        <p14:creationId xmlns:p14="http://schemas.microsoft.com/office/powerpoint/2010/main" val="12979244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CEBB9A-AE83-A68F-08DC-243DD7A4652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125A755-E231-3557-7DD8-C810C82979F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8260377-EA55-7969-D29F-08C6CBDA0CD2}"/>
              </a:ext>
            </a:extLst>
          </p:cNvPr>
          <p:cNvSpPr>
            <a:spLocks noGrp="1"/>
          </p:cNvSpPr>
          <p:nvPr>
            <p:ph type="body" idx="1"/>
          </p:nvPr>
        </p:nvSpPr>
        <p:spPr/>
        <p:txBody>
          <a:bodyPr/>
          <a:lstStyle/>
          <a:p>
            <a:r>
              <a:rPr lang="zh-CN" altLang="en-US" dirty="0"/>
              <a:t>改一下改成线性模型</a:t>
            </a:r>
          </a:p>
        </p:txBody>
      </p:sp>
      <p:sp>
        <p:nvSpPr>
          <p:cNvPr id="4" name="灯片编号占位符 3">
            <a:extLst>
              <a:ext uri="{FF2B5EF4-FFF2-40B4-BE49-F238E27FC236}">
                <a16:creationId xmlns:a16="http://schemas.microsoft.com/office/drawing/2014/main" id="{8CE5DE81-6972-43F4-C5D8-9AFDFBE751DB}"/>
              </a:ext>
            </a:extLst>
          </p:cNvPr>
          <p:cNvSpPr>
            <a:spLocks noGrp="1"/>
          </p:cNvSpPr>
          <p:nvPr>
            <p:ph type="sldNum" sz="quarter" idx="5"/>
          </p:nvPr>
        </p:nvSpPr>
        <p:spPr/>
        <p:txBody>
          <a:bodyPr/>
          <a:lstStyle/>
          <a:p>
            <a:fld id="{9FA6A5EB-DBDD-4BB6-B956-8F5082F97512}" type="slidenum">
              <a:rPr lang="zh-CN" altLang="en-US" smtClean="0"/>
              <a:pPr/>
              <a:t>3</a:t>
            </a:fld>
            <a:endParaRPr lang="zh-CN" altLang="en-US"/>
          </a:p>
        </p:txBody>
      </p:sp>
    </p:spTree>
    <p:extLst>
      <p:ext uri="{BB962C8B-B14F-4D97-AF65-F5344CB8AC3E}">
        <p14:creationId xmlns:p14="http://schemas.microsoft.com/office/powerpoint/2010/main" val="40634989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9FA6A5EB-DBDD-4BB6-B956-8F5082F97512}" type="slidenum">
              <a:rPr lang="zh-CN" altLang="en-US" smtClean="0"/>
              <a:pPr/>
              <a:t>4</a:t>
            </a:fld>
            <a:endParaRPr lang="zh-CN" altLang="en-US"/>
          </a:p>
        </p:txBody>
      </p:sp>
    </p:spTree>
    <p:extLst>
      <p:ext uri="{BB962C8B-B14F-4D97-AF65-F5344CB8AC3E}">
        <p14:creationId xmlns:p14="http://schemas.microsoft.com/office/powerpoint/2010/main" val="40369331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222226"/>
                </a:solidFill>
                <a:effectLst/>
                <a:latin typeface="PingFang SC"/>
              </a:rPr>
              <a:t>diabetes</a:t>
            </a:r>
            <a:r>
              <a:rPr lang="zh-CN" altLang="en-US" b="0" i="0" dirty="0">
                <a:solidFill>
                  <a:srgbClr val="222226"/>
                </a:solidFill>
                <a:effectLst/>
                <a:latin typeface="PingFang SC"/>
              </a:rPr>
              <a:t>数据集</a:t>
            </a:r>
            <a:endParaRPr lang="zh-CN" altLang="en-US" b="0" dirty="0"/>
          </a:p>
        </p:txBody>
      </p:sp>
      <p:sp>
        <p:nvSpPr>
          <p:cNvPr id="4" name="灯片编号占位符 3"/>
          <p:cNvSpPr>
            <a:spLocks noGrp="1"/>
          </p:cNvSpPr>
          <p:nvPr>
            <p:ph type="sldNum" sz="quarter" idx="5"/>
          </p:nvPr>
        </p:nvSpPr>
        <p:spPr/>
        <p:txBody>
          <a:bodyPr/>
          <a:lstStyle/>
          <a:p>
            <a:fld id="{9FA6A5EB-DBDD-4BB6-B956-8F5082F97512}" type="slidenum">
              <a:rPr lang="zh-CN" altLang="en-US" smtClean="0"/>
              <a:pPr/>
              <a:t>5</a:t>
            </a:fld>
            <a:endParaRPr lang="zh-CN" altLang="en-US"/>
          </a:p>
        </p:txBody>
      </p:sp>
    </p:spTree>
    <p:extLst>
      <p:ext uri="{BB962C8B-B14F-4D97-AF65-F5344CB8AC3E}">
        <p14:creationId xmlns:p14="http://schemas.microsoft.com/office/powerpoint/2010/main" val="9258807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i="0" dirty="0">
                <a:solidFill>
                  <a:srgbClr val="4F4F4F"/>
                </a:solidFill>
                <a:effectLst/>
                <a:latin typeface="PingFang SC"/>
              </a:rPr>
              <a:t>初始化权重和偏置参数</a:t>
            </a:r>
          </a:p>
          <a:p>
            <a:endParaRPr lang="zh-CN" altLang="en-US" dirty="0"/>
          </a:p>
        </p:txBody>
      </p:sp>
      <p:sp>
        <p:nvSpPr>
          <p:cNvPr id="4" name="灯片编号占位符 3"/>
          <p:cNvSpPr>
            <a:spLocks noGrp="1"/>
          </p:cNvSpPr>
          <p:nvPr>
            <p:ph type="sldNum" sz="quarter" idx="5"/>
          </p:nvPr>
        </p:nvSpPr>
        <p:spPr/>
        <p:txBody>
          <a:bodyPr/>
          <a:lstStyle/>
          <a:p>
            <a:fld id="{9FA6A5EB-DBDD-4BB6-B956-8F5082F97512}" type="slidenum">
              <a:rPr lang="zh-CN" altLang="en-US" smtClean="0"/>
              <a:pPr/>
              <a:t>6</a:t>
            </a:fld>
            <a:endParaRPr lang="zh-CN" altLang="en-US"/>
          </a:p>
        </p:txBody>
      </p:sp>
    </p:spTree>
    <p:extLst>
      <p:ext uri="{BB962C8B-B14F-4D97-AF65-F5344CB8AC3E}">
        <p14:creationId xmlns:p14="http://schemas.microsoft.com/office/powerpoint/2010/main" val="15709888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9FA6A5EB-DBDD-4BB6-B956-8F5082F97512}" type="slidenum">
              <a:rPr lang="zh-CN" altLang="en-US" smtClean="0"/>
              <a:pPr/>
              <a:t>7</a:t>
            </a:fld>
            <a:endParaRPr lang="zh-CN" altLang="en-US"/>
          </a:p>
        </p:txBody>
      </p:sp>
    </p:spTree>
    <p:extLst>
      <p:ext uri="{BB962C8B-B14F-4D97-AF65-F5344CB8AC3E}">
        <p14:creationId xmlns:p14="http://schemas.microsoft.com/office/powerpoint/2010/main" val="5127546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9FA6A5EB-DBDD-4BB6-B956-8F5082F97512}" type="slidenum">
              <a:rPr lang="zh-CN" altLang="en-US" smtClean="0"/>
              <a:pPr/>
              <a:t>8</a:t>
            </a:fld>
            <a:endParaRPr lang="zh-CN" altLang="en-US"/>
          </a:p>
        </p:txBody>
      </p:sp>
    </p:spTree>
    <p:extLst>
      <p:ext uri="{BB962C8B-B14F-4D97-AF65-F5344CB8AC3E}">
        <p14:creationId xmlns:p14="http://schemas.microsoft.com/office/powerpoint/2010/main" val="34695336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i="0" dirty="0">
                <a:solidFill>
                  <a:srgbClr val="4F4F4F"/>
                </a:solidFill>
                <a:effectLst/>
                <a:latin typeface="PingFang SC"/>
              </a:rPr>
              <a:t>初始化权重和偏置参数</a:t>
            </a:r>
          </a:p>
          <a:p>
            <a:endParaRPr lang="zh-CN" altLang="en-US" dirty="0"/>
          </a:p>
        </p:txBody>
      </p:sp>
      <p:sp>
        <p:nvSpPr>
          <p:cNvPr id="4" name="灯片编号占位符 3"/>
          <p:cNvSpPr>
            <a:spLocks noGrp="1"/>
          </p:cNvSpPr>
          <p:nvPr>
            <p:ph type="sldNum" sz="quarter" idx="5"/>
          </p:nvPr>
        </p:nvSpPr>
        <p:spPr/>
        <p:txBody>
          <a:bodyPr/>
          <a:lstStyle/>
          <a:p>
            <a:fld id="{9FA6A5EB-DBDD-4BB6-B956-8F5082F97512}" type="slidenum">
              <a:rPr lang="zh-CN" altLang="en-US" smtClean="0"/>
              <a:pPr/>
              <a:t>9</a:t>
            </a:fld>
            <a:endParaRPr lang="zh-CN" altLang="en-US"/>
          </a:p>
        </p:txBody>
      </p:sp>
    </p:spTree>
    <p:extLst>
      <p:ext uri="{BB962C8B-B14F-4D97-AF65-F5344CB8AC3E}">
        <p14:creationId xmlns:p14="http://schemas.microsoft.com/office/powerpoint/2010/main" val="3128496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9FA6A5EB-DBDD-4BB6-B956-8F5082F97512}" type="slidenum">
              <a:rPr lang="zh-CN" altLang="en-US" smtClean="0"/>
              <a:pPr/>
              <a:t>10</a:t>
            </a:fld>
            <a:endParaRPr lang="zh-CN" altLang="en-US"/>
          </a:p>
        </p:txBody>
      </p:sp>
    </p:spTree>
    <p:extLst>
      <p:ext uri="{BB962C8B-B14F-4D97-AF65-F5344CB8AC3E}">
        <p14:creationId xmlns:p14="http://schemas.microsoft.com/office/powerpoint/2010/main" val="36495382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D8A3554-0430-45DB-BDFE-3C446509E54A}" type="slidenum">
              <a:rPr lang="en-US" smtClean="0">
                <a:solidFill>
                  <a:prstClr val="black"/>
                </a:solidFill>
              </a:rPr>
              <a:pPr/>
              <a:t>11</a:t>
            </a:fld>
            <a:endParaRPr lang="en-US" dirty="0">
              <a:solidFill>
                <a:prstClr val="black"/>
              </a:solidFill>
            </a:endParaRPr>
          </a:p>
        </p:txBody>
      </p:sp>
    </p:spTree>
    <p:extLst>
      <p:ext uri="{BB962C8B-B14F-4D97-AF65-F5344CB8AC3E}">
        <p14:creationId xmlns:p14="http://schemas.microsoft.com/office/powerpoint/2010/main" val="219900718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24080" y="52363"/>
            <a:ext cx="1445387" cy="802420"/>
          </a:xfrm>
          <a:prstGeom prst="rect">
            <a:avLst/>
          </a:prstGeom>
        </p:spPr>
      </p:pic>
      <p:sp>
        <p:nvSpPr>
          <p:cNvPr id="4" name="标题 3"/>
          <p:cNvSpPr>
            <a:spLocks noGrp="1"/>
          </p:cNvSpPr>
          <p:nvPr>
            <p:ph type="title"/>
          </p:nvPr>
        </p:nvSpPr>
        <p:spPr>
          <a:xfrm>
            <a:off x="1769467" y="127668"/>
            <a:ext cx="10422533" cy="420972"/>
          </a:xfrm>
          <a:prstGeom prst="rect">
            <a:avLst/>
          </a:prstGeom>
        </p:spPr>
        <p:txBody>
          <a:bodyPr/>
          <a:lstStyle>
            <a:lvl1pPr>
              <a:defRPr sz="2800"/>
            </a:lvl1pPr>
          </a:lstStyle>
          <a:p>
            <a:r>
              <a:rPr lang="zh-CN" altLang="en-US" dirty="0"/>
              <a:t>单击此处编辑母版标题样式</a:t>
            </a:r>
          </a:p>
        </p:txBody>
      </p:sp>
      <p:sp>
        <p:nvSpPr>
          <p:cNvPr id="2" name="灯片编号占位符 1"/>
          <p:cNvSpPr>
            <a:spLocks noGrp="1"/>
          </p:cNvSpPr>
          <p:nvPr>
            <p:ph type="sldNum" sz="quarter" idx="10"/>
          </p:nvPr>
        </p:nvSpPr>
        <p:spPr/>
        <p:txBody>
          <a:bodyPr/>
          <a:lstStyle/>
          <a:p>
            <a:fld id="{9BDA83F4-0262-4454-9773-6006B56D6F37}" type="slidenum">
              <a:rPr lang="zh-CN" altLang="en-US" smtClean="0"/>
              <a:pPr/>
              <a:t>‹#›</a:t>
            </a:fld>
            <a:endParaRPr lang="zh-CN" altLang="en-US"/>
          </a:p>
        </p:txBody>
      </p:sp>
    </p:spTree>
    <p:extLst>
      <p:ext uri="{BB962C8B-B14F-4D97-AF65-F5344CB8AC3E}">
        <p14:creationId xmlns:p14="http://schemas.microsoft.com/office/powerpoint/2010/main" val="3147839398"/>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标题和内容">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24080" y="52363"/>
            <a:ext cx="1445387" cy="802420"/>
          </a:xfrm>
          <a:prstGeom prst="rect">
            <a:avLst/>
          </a:prstGeom>
        </p:spPr>
      </p:pic>
      <p:cxnSp>
        <p:nvCxnSpPr>
          <p:cNvPr id="4" name="直接连接符 3"/>
          <p:cNvCxnSpPr/>
          <p:nvPr userDrawn="1"/>
        </p:nvCxnSpPr>
        <p:spPr>
          <a:xfrm>
            <a:off x="324080" y="590440"/>
            <a:ext cx="11867920" cy="3401"/>
          </a:xfrm>
          <a:prstGeom prst="line">
            <a:avLst/>
          </a:prstGeom>
          <a:ln w="28575">
            <a:solidFill>
              <a:srgbClr val="16407F"/>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5" name="标题 4"/>
          <p:cNvSpPr>
            <a:spLocks noGrp="1"/>
          </p:cNvSpPr>
          <p:nvPr>
            <p:ph type="title"/>
          </p:nvPr>
        </p:nvSpPr>
        <p:spPr>
          <a:xfrm>
            <a:off x="1769467" y="192002"/>
            <a:ext cx="10422533" cy="398438"/>
          </a:xfrm>
          <a:prstGeom prst="rect">
            <a:avLst/>
          </a:prstGeom>
        </p:spPr>
        <p:txBody>
          <a:bodyPr/>
          <a:lstStyle>
            <a:lvl1pPr>
              <a:defRPr sz="2400">
                <a:solidFill>
                  <a:srgbClr val="002E73"/>
                </a:solidFill>
              </a:defRPr>
            </a:lvl1pPr>
          </a:lstStyle>
          <a:p>
            <a:r>
              <a:rPr lang="zh-CN" altLang="en-US"/>
              <a:t>单击此处编辑母版标题样式</a:t>
            </a:r>
          </a:p>
        </p:txBody>
      </p:sp>
      <p:sp>
        <p:nvSpPr>
          <p:cNvPr id="3" name="灯片编号占位符 2"/>
          <p:cNvSpPr>
            <a:spLocks noGrp="1"/>
          </p:cNvSpPr>
          <p:nvPr>
            <p:ph type="sldNum" sz="quarter" idx="10"/>
          </p:nvPr>
        </p:nvSpPr>
        <p:spPr/>
        <p:txBody>
          <a:bodyPr/>
          <a:lstStyle/>
          <a:p>
            <a:fld id="{BC2BB865-BE3C-4DEF-84E9-D9349E7A4EF9}" type="slidenum">
              <a:rPr lang="zh-CN" altLang="en-US" smtClean="0"/>
              <a:pPr/>
              <a:t>‹#›</a:t>
            </a:fld>
            <a:endParaRPr lang="zh-CN" altLang="en-US"/>
          </a:p>
        </p:txBody>
      </p:sp>
      <p:pic>
        <p:nvPicPr>
          <p:cNvPr id="9" name="图片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288674" y="97631"/>
            <a:ext cx="290095" cy="525476"/>
          </a:xfrm>
          <a:prstGeom prst="rect">
            <a:avLst/>
          </a:prstGeom>
        </p:spPr>
      </p:pic>
      <p:sp>
        <p:nvSpPr>
          <p:cNvPr id="7" name="文本占位符 6">
            <a:extLst>
              <a:ext uri="{FF2B5EF4-FFF2-40B4-BE49-F238E27FC236}">
                <a16:creationId xmlns:a16="http://schemas.microsoft.com/office/drawing/2014/main" id="{10F47190-579A-4E47-88E5-63CEBBC7A23D}"/>
              </a:ext>
            </a:extLst>
          </p:cNvPr>
          <p:cNvSpPr>
            <a:spLocks noGrp="1"/>
          </p:cNvSpPr>
          <p:nvPr>
            <p:ph type="body" sz="quarter" idx="11"/>
          </p:nvPr>
        </p:nvSpPr>
        <p:spPr>
          <a:xfrm>
            <a:off x="323850" y="969963"/>
            <a:ext cx="11811000" cy="5360987"/>
          </a:xfrm>
          <a:prstGeom prst="rect">
            <a:avLst/>
          </a:prstGeom>
        </p:spPr>
        <p:txBody>
          <a:bodyPr/>
          <a:lstStyle>
            <a:lvl1pPr>
              <a:lnSpc>
                <a:spcPct val="150000"/>
              </a:lnSpc>
              <a:defRPr sz="1800">
                <a:solidFill>
                  <a:srgbClr val="000000"/>
                </a:solidFill>
              </a:defRPr>
            </a:lvl1pPr>
            <a:lvl2pPr marL="685783" indent="-228594">
              <a:lnSpc>
                <a:spcPct val="150000"/>
              </a:lnSpc>
              <a:buFont typeface="Wingdings" panose="05000000000000000000" pitchFamily="2" charset="2"/>
              <a:buChar char="ü"/>
              <a:defRPr sz="1800">
                <a:solidFill>
                  <a:srgbClr val="000000"/>
                </a:solidFill>
              </a:defRPr>
            </a:lvl2pPr>
            <a:lvl3pPr marL="1142971" indent="-228594">
              <a:lnSpc>
                <a:spcPct val="150000"/>
              </a:lnSpc>
              <a:buFont typeface="微软雅黑" panose="020B0503020204020204" pitchFamily="34" charset="-122"/>
              <a:buChar char="­"/>
              <a:defRPr sz="1800">
                <a:solidFill>
                  <a:srgbClr val="000000"/>
                </a:solidFill>
              </a:defRPr>
            </a:lvl3pPr>
            <a:lvl4pPr>
              <a:lnSpc>
                <a:spcPct val="150000"/>
              </a:lnSpc>
              <a:defRPr sz="1800">
                <a:solidFill>
                  <a:srgbClr val="000000"/>
                </a:solidFill>
              </a:defRPr>
            </a:lvl4pPr>
            <a:lvl5pPr>
              <a:lnSpc>
                <a:spcPct val="150000"/>
              </a:lnSpc>
              <a:defRPr sz="1800">
                <a:solidFill>
                  <a:srgbClr val="000000"/>
                </a:solidFill>
              </a:defRPr>
            </a:lvl5pPr>
          </a:lstStyle>
          <a:p>
            <a:pPr lvl="0"/>
            <a:r>
              <a:rPr lang="zh-CN" altLang="en-US" dirty="0"/>
              <a:t>编辑母版文本样式</a:t>
            </a:r>
          </a:p>
          <a:p>
            <a:pPr lvl="1"/>
            <a:r>
              <a:rPr lang="zh-CN" altLang="en-US" dirty="0"/>
              <a:t> 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2284385077"/>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ORTFOLIO 1">
    <p:spTree>
      <p:nvGrpSpPr>
        <p:cNvPr id="1" name=""/>
        <p:cNvGrpSpPr/>
        <p:nvPr/>
      </p:nvGrpSpPr>
      <p:grpSpPr>
        <a:xfrm>
          <a:off x="0" y="0"/>
          <a:ext cx="0" cy="0"/>
          <a:chOff x="0" y="0"/>
          <a:chExt cx="0" cy="0"/>
        </a:xfrm>
      </p:grpSpPr>
      <p:sp>
        <p:nvSpPr>
          <p:cNvPr id="3" name="Picture Placeholder 2"/>
          <p:cNvSpPr>
            <a:spLocks noGrp="1"/>
          </p:cNvSpPr>
          <p:nvPr>
            <p:ph type="pic" sz="quarter" idx="12"/>
          </p:nvPr>
        </p:nvSpPr>
        <p:spPr>
          <a:xfrm>
            <a:off x="1788336" y="1584605"/>
            <a:ext cx="4307664" cy="4307664"/>
          </a:xfrm>
          <a:prstGeom prst="diamond">
            <a:avLst/>
          </a:prstGeom>
        </p:spPr>
        <p:txBody>
          <a:bodyPr lIns="45720" tIns="22860" rIns="45720" bIns="22860"/>
          <a:lstStyle>
            <a:lvl1pPr>
              <a:defRPr sz="1333"/>
            </a:lvl1pPr>
          </a:lstStyle>
          <a:p>
            <a:r>
              <a:rPr lang="en-US" dirty="0"/>
              <a:t>Click icon to add picture</a:t>
            </a:r>
            <a:endParaRPr lang="uk-UA"/>
          </a:p>
        </p:txBody>
      </p:sp>
      <p:sp>
        <p:nvSpPr>
          <p:cNvPr id="15" name="Picture Placeholder 2"/>
          <p:cNvSpPr>
            <a:spLocks noGrp="1"/>
          </p:cNvSpPr>
          <p:nvPr>
            <p:ph type="pic" sz="quarter" idx="13"/>
          </p:nvPr>
        </p:nvSpPr>
        <p:spPr>
          <a:xfrm>
            <a:off x="5012267" y="3732107"/>
            <a:ext cx="2157984" cy="2157984"/>
          </a:xfrm>
          <a:prstGeom prst="diamond">
            <a:avLst/>
          </a:prstGeom>
        </p:spPr>
        <p:txBody>
          <a:bodyPr lIns="45720" tIns="22860" rIns="45720" bIns="22860"/>
          <a:lstStyle>
            <a:lvl1pPr>
              <a:defRPr sz="1333"/>
            </a:lvl1pPr>
          </a:lstStyle>
          <a:p>
            <a:r>
              <a:rPr lang="en-US" dirty="0"/>
              <a:t>Click icon to add picture</a:t>
            </a:r>
            <a:endParaRPr lang="uk-UA"/>
          </a:p>
        </p:txBody>
      </p:sp>
      <p:sp>
        <p:nvSpPr>
          <p:cNvPr id="16" name="Picture Placeholder 2"/>
          <p:cNvSpPr>
            <a:spLocks noGrp="1"/>
          </p:cNvSpPr>
          <p:nvPr>
            <p:ph type="pic" sz="quarter" idx="14"/>
          </p:nvPr>
        </p:nvSpPr>
        <p:spPr>
          <a:xfrm>
            <a:off x="7170251" y="3732107"/>
            <a:ext cx="2157984" cy="2157984"/>
          </a:xfrm>
          <a:prstGeom prst="diamond">
            <a:avLst/>
          </a:prstGeom>
        </p:spPr>
        <p:txBody>
          <a:bodyPr lIns="45720" tIns="22860" rIns="45720" bIns="22860"/>
          <a:lstStyle>
            <a:lvl1pPr>
              <a:defRPr sz="1333"/>
            </a:lvl1pPr>
          </a:lstStyle>
          <a:p>
            <a:r>
              <a:rPr lang="en-US" dirty="0"/>
              <a:t>Click icon to add picture</a:t>
            </a:r>
            <a:endParaRPr lang="uk-UA"/>
          </a:p>
        </p:txBody>
      </p:sp>
      <p:sp>
        <p:nvSpPr>
          <p:cNvPr id="10" name="Title 3"/>
          <p:cNvSpPr>
            <a:spLocks noGrp="1"/>
          </p:cNvSpPr>
          <p:nvPr>
            <p:ph type="title"/>
          </p:nvPr>
        </p:nvSpPr>
        <p:spPr>
          <a:xfrm>
            <a:off x="838200" y="229851"/>
            <a:ext cx="10515600" cy="530528"/>
          </a:xfrm>
          <a:prstGeom prst="rect">
            <a:avLst/>
          </a:prstGeom>
        </p:spPr>
        <p:txBody>
          <a:bodyPr lIns="45720" tIns="22860" rIns="45720" bIns="22860"/>
          <a:lstStyle>
            <a:lvl1pPr algn="l">
              <a:defRPr sz="4267" b="1">
                <a:latin typeface="微软雅黑" panose="020B0503020204020204" pitchFamily="34" charset="-122"/>
                <a:ea typeface="微软雅黑" panose="020B0503020204020204" pitchFamily="34" charset="-122"/>
              </a:defRPr>
            </a:lvl1pPr>
          </a:lstStyle>
          <a:p>
            <a:r>
              <a:rPr lang="en-US" altLang="zh-CN" dirty="0"/>
              <a:t>Click to edit Master title style</a:t>
            </a:r>
            <a:endParaRPr lang="uk-UA" dirty="0"/>
          </a:p>
        </p:txBody>
      </p:sp>
    </p:spTree>
    <p:extLst>
      <p:ext uri="{BB962C8B-B14F-4D97-AF65-F5344CB8AC3E}">
        <p14:creationId xmlns:p14="http://schemas.microsoft.com/office/powerpoint/2010/main" val="3557432979"/>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ORTFOLIO 3">
    <p:spTree>
      <p:nvGrpSpPr>
        <p:cNvPr id="1" name=""/>
        <p:cNvGrpSpPr/>
        <p:nvPr/>
      </p:nvGrpSpPr>
      <p:grpSpPr>
        <a:xfrm>
          <a:off x="0" y="0"/>
          <a:ext cx="0" cy="0"/>
          <a:chOff x="0" y="0"/>
          <a:chExt cx="0" cy="0"/>
        </a:xfrm>
      </p:grpSpPr>
      <p:sp>
        <p:nvSpPr>
          <p:cNvPr id="5" name="Picture Placeholder 3"/>
          <p:cNvSpPr>
            <a:spLocks noGrp="1"/>
          </p:cNvSpPr>
          <p:nvPr>
            <p:ph type="pic" sz="quarter" idx="12"/>
          </p:nvPr>
        </p:nvSpPr>
        <p:spPr>
          <a:xfrm>
            <a:off x="1524000" y="1341120"/>
            <a:ext cx="2286000" cy="2286000"/>
          </a:xfrm>
          <a:prstGeom prst="rect">
            <a:avLst/>
          </a:prstGeom>
        </p:spPr>
        <p:txBody>
          <a:bodyPr lIns="45720" tIns="22860" rIns="45720" bIns="22860"/>
          <a:lstStyle>
            <a:lvl1pPr>
              <a:defRPr sz="1333"/>
            </a:lvl1pPr>
          </a:lstStyle>
          <a:p>
            <a:r>
              <a:rPr lang="en-US" dirty="0"/>
              <a:t>Click icon to add picture</a:t>
            </a:r>
            <a:endParaRPr lang="uk-UA"/>
          </a:p>
        </p:txBody>
      </p:sp>
      <p:sp>
        <p:nvSpPr>
          <p:cNvPr id="13" name="Picture Placeholder 3"/>
          <p:cNvSpPr>
            <a:spLocks noGrp="1"/>
          </p:cNvSpPr>
          <p:nvPr>
            <p:ph type="pic" sz="quarter" idx="14"/>
          </p:nvPr>
        </p:nvSpPr>
        <p:spPr>
          <a:xfrm>
            <a:off x="6096000" y="1341120"/>
            <a:ext cx="2286000" cy="2286000"/>
          </a:xfrm>
          <a:prstGeom prst="rect">
            <a:avLst/>
          </a:prstGeom>
        </p:spPr>
        <p:txBody>
          <a:bodyPr lIns="45720" tIns="22860" rIns="45720" bIns="22860"/>
          <a:lstStyle>
            <a:lvl1pPr>
              <a:defRPr sz="1333"/>
            </a:lvl1pPr>
          </a:lstStyle>
          <a:p>
            <a:r>
              <a:rPr lang="en-US" dirty="0"/>
              <a:t>Click icon to add picture</a:t>
            </a:r>
            <a:endParaRPr lang="uk-UA"/>
          </a:p>
        </p:txBody>
      </p:sp>
      <p:sp>
        <p:nvSpPr>
          <p:cNvPr id="16" name="Picture Placeholder 3"/>
          <p:cNvSpPr>
            <a:spLocks noGrp="1"/>
          </p:cNvSpPr>
          <p:nvPr>
            <p:ph type="pic" sz="quarter" idx="17"/>
          </p:nvPr>
        </p:nvSpPr>
        <p:spPr>
          <a:xfrm>
            <a:off x="3810000" y="3627120"/>
            <a:ext cx="2286000" cy="2286000"/>
          </a:xfrm>
          <a:prstGeom prst="rect">
            <a:avLst/>
          </a:prstGeom>
        </p:spPr>
        <p:txBody>
          <a:bodyPr lIns="45720" tIns="22860" rIns="45720" bIns="22860"/>
          <a:lstStyle>
            <a:lvl1pPr>
              <a:defRPr sz="1333"/>
            </a:lvl1pPr>
          </a:lstStyle>
          <a:p>
            <a:r>
              <a:rPr lang="en-US" dirty="0"/>
              <a:t>Click icon to add picture</a:t>
            </a:r>
            <a:endParaRPr lang="uk-UA"/>
          </a:p>
        </p:txBody>
      </p:sp>
      <p:sp>
        <p:nvSpPr>
          <p:cNvPr id="18" name="Picture Placeholder 3"/>
          <p:cNvSpPr>
            <a:spLocks noGrp="1"/>
          </p:cNvSpPr>
          <p:nvPr>
            <p:ph type="pic" sz="quarter" idx="19"/>
          </p:nvPr>
        </p:nvSpPr>
        <p:spPr>
          <a:xfrm>
            <a:off x="8382000" y="3627120"/>
            <a:ext cx="2286000" cy="2286000"/>
          </a:xfrm>
          <a:prstGeom prst="rect">
            <a:avLst/>
          </a:prstGeom>
        </p:spPr>
        <p:txBody>
          <a:bodyPr lIns="45720" tIns="22860" rIns="45720" bIns="22860"/>
          <a:lstStyle>
            <a:lvl1pPr>
              <a:defRPr sz="1333"/>
            </a:lvl1pPr>
          </a:lstStyle>
          <a:p>
            <a:r>
              <a:rPr lang="en-US" dirty="0"/>
              <a:t>Click icon to add picture</a:t>
            </a:r>
            <a:endParaRPr lang="uk-UA"/>
          </a:p>
        </p:txBody>
      </p:sp>
      <p:sp>
        <p:nvSpPr>
          <p:cNvPr id="10" name="Title 3"/>
          <p:cNvSpPr>
            <a:spLocks noGrp="1"/>
          </p:cNvSpPr>
          <p:nvPr>
            <p:ph type="title"/>
          </p:nvPr>
        </p:nvSpPr>
        <p:spPr>
          <a:xfrm>
            <a:off x="838200" y="229851"/>
            <a:ext cx="10515600" cy="530528"/>
          </a:xfrm>
          <a:prstGeom prst="rect">
            <a:avLst/>
          </a:prstGeom>
        </p:spPr>
        <p:txBody>
          <a:bodyPr lIns="45720" tIns="22860" rIns="45720" bIns="22860"/>
          <a:lstStyle>
            <a:lvl1pPr algn="l">
              <a:defRPr sz="4267" b="1">
                <a:latin typeface="微软雅黑" panose="020B0503020204020204" pitchFamily="34" charset="-122"/>
                <a:ea typeface="微软雅黑" panose="020B0503020204020204" pitchFamily="34" charset="-122"/>
              </a:defRPr>
            </a:lvl1pPr>
          </a:lstStyle>
          <a:p>
            <a:r>
              <a:rPr lang="en-US" altLang="zh-CN" dirty="0"/>
              <a:t>Click to edit Master title style</a:t>
            </a:r>
            <a:endParaRPr lang="uk-UA" dirty="0"/>
          </a:p>
        </p:txBody>
      </p:sp>
    </p:spTree>
    <p:extLst>
      <p:ext uri="{BB962C8B-B14F-4D97-AF65-F5344CB8AC3E}">
        <p14:creationId xmlns:p14="http://schemas.microsoft.com/office/powerpoint/2010/main" val="156000604"/>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HOWXASE 1">
    <p:spTree>
      <p:nvGrpSpPr>
        <p:cNvPr id="1" name=""/>
        <p:cNvGrpSpPr/>
        <p:nvPr/>
      </p:nvGrpSpPr>
      <p:grpSpPr>
        <a:xfrm>
          <a:off x="0" y="0"/>
          <a:ext cx="0" cy="0"/>
          <a:chOff x="0" y="0"/>
          <a:chExt cx="0" cy="0"/>
        </a:xfrm>
      </p:grpSpPr>
      <p:sp>
        <p:nvSpPr>
          <p:cNvPr id="5" name="Picture Placeholder 3"/>
          <p:cNvSpPr>
            <a:spLocks noGrp="1"/>
          </p:cNvSpPr>
          <p:nvPr>
            <p:ph type="pic" sz="quarter" idx="12"/>
          </p:nvPr>
        </p:nvSpPr>
        <p:spPr>
          <a:xfrm>
            <a:off x="2438400" y="1341120"/>
            <a:ext cx="2438400" cy="1828800"/>
          </a:xfrm>
          <a:prstGeom prst="rect">
            <a:avLst/>
          </a:prstGeom>
        </p:spPr>
        <p:txBody>
          <a:bodyPr lIns="45720" tIns="22860" rIns="45720" bIns="22860"/>
          <a:lstStyle>
            <a:lvl1pPr>
              <a:defRPr sz="1333"/>
            </a:lvl1pPr>
          </a:lstStyle>
          <a:p>
            <a:r>
              <a:rPr lang="en-US" dirty="0"/>
              <a:t>Click icon to add picture</a:t>
            </a:r>
            <a:endParaRPr lang="uk-UA"/>
          </a:p>
        </p:txBody>
      </p:sp>
      <p:sp>
        <p:nvSpPr>
          <p:cNvPr id="8" name="Picture Placeholder 3"/>
          <p:cNvSpPr>
            <a:spLocks noGrp="1"/>
          </p:cNvSpPr>
          <p:nvPr>
            <p:ph type="pic" sz="quarter" idx="14"/>
          </p:nvPr>
        </p:nvSpPr>
        <p:spPr>
          <a:xfrm>
            <a:off x="7315200" y="1341120"/>
            <a:ext cx="2438400" cy="1828800"/>
          </a:xfrm>
          <a:prstGeom prst="rect">
            <a:avLst/>
          </a:prstGeom>
        </p:spPr>
        <p:txBody>
          <a:bodyPr lIns="45720" tIns="22860" rIns="45720" bIns="22860"/>
          <a:lstStyle>
            <a:lvl1pPr>
              <a:defRPr sz="1333"/>
            </a:lvl1pPr>
          </a:lstStyle>
          <a:p>
            <a:r>
              <a:rPr lang="en-US" dirty="0"/>
              <a:t>Click icon to add picture</a:t>
            </a:r>
            <a:endParaRPr lang="uk-UA"/>
          </a:p>
        </p:txBody>
      </p:sp>
      <p:sp>
        <p:nvSpPr>
          <p:cNvPr id="9" name="Picture Placeholder 3"/>
          <p:cNvSpPr>
            <a:spLocks noGrp="1"/>
          </p:cNvSpPr>
          <p:nvPr>
            <p:ph type="pic" sz="quarter" idx="16"/>
          </p:nvPr>
        </p:nvSpPr>
        <p:spPr>
          <a:xfrm>
            <a:off x="0" y="3169920"/>
            <a:ext cx="2438400" cy="1828800"/>
          </a:xfrm>
          <a:prstGeom prst="rect">
            <a:avLst/>
          </a:prstGeom>
        </p:spPr>
        <p:txBody>
          <a:bodyPr lIns="45720" tIns="22860" rIns="45720" bIns="22860"/>
          <a:lstStyle>
            <a:lvl1pPr>
              <a:defRPr sz="1333"/>
            </a:lvl1pPr>
          </a:lstStyle>
          <a:p>
            <a:r>
              <a:rPr lang="en-US" dirty="0"/>
              <a:t>Click icon to add picture</a:t>
            </a:r>
            <a:endParaRPr lang="uk-UA"/>
          </a:p>
        </p:txBody>
      </p:sp>
      <p:sp>
        <p:nvSpPr>
          <p:cNvPr id="10" name="Picture Placeholder 3"/>
          <p:cNvSpPr>
            <a:spLocks noGrp="1"/>
          </p:cNvSpPr>
          <p:nvPr>
            <p:ph type="pic" sz="quarter" idx="18"/>
          </p:nvPr>
        </p:nvSpPr>
        <p:spPr>
          <a:xfrm>
            <a:off x="4876800" y="3169920"/>
            <a:ext cx="2438400" cy="1828800"/>
          </a:xfrm>
          <a:prstGeom prst="rect">
            <a:avLst/>
          </a:prstGeom>
        </p:spPr>
        <p:txBody>
          <a:bodyPr lIns="45720" tIns="22860" rIns="45720" bIns="22860"/>
          <a:lstStyle>
            <a:lvl1pPr>
              <a:defRPr sz="1333"/>
            </a:lvl1pPr>
          </a:lstStyle>
          <a:p>
            <a:r>
              <a:rPr lang="en-US" dirty="0"/>
              <a:t>Click icon to add picture</a:t>
            </a:r>
            <a:endParaRPr lang="uk-UA"/>
          </a:p>
        </p:txBody>
      </p:sp>
      <p:sp>
        <p:nvSpPr>
          <p:cNvPr id="11" name="Picture Placeholder 3"/>
          <p:cNvSpPr>
            <a:spLocks noGrp="1"/>
          </p:cNvSpPr>
          <p:nvPr>
            <p:ph type="pic" sz="quarter" idx="20"/>
          </p:nvPr>
        </p:nvSpPr>
        <p:spPr>
          <a:xfrm>
            <a:off x="9753600" y="3169920"/>
            <a:ext cx="2438400" cy="1828800"/>
          </a:xfrm>
          <a:prstGeom prst="rect">
            <a:avLst/>
          </a:prstGeom>
        </p:spPr>
        <p:txBody>
          <a:bodyPr lIns="45720" tIns="22860" rIns="45720" bIns="22860"/>
          <a:lstStyle>
            <a:lvl1pPr>
              <a:defRPr sz="1333"/>
            </a:lvl1pPr>
          </a:lstStyle>
          <a:p>
            <a:r>
              <a:rPr lang="en-US" dirty="0"/>
              <a:t>Click icon to add picture</a:t>
            </a:r>
            <a:endParaRPr lang="uk-UA"/>
          </a:p>
        </p:txBody>
      </p:sp>
      <p:sp>
        <p:nvSpPr>
          <p:cNvPr id="14" name="Title 3"/>
          <p:cNvSpPr>
            <a:spLocks noGrp="1"/>
          </p:cNvSpPr>
          <p:nvPr>
            <p:ph type="title"/>
          </p:nvPr>
        </p:nvSpPr>
        <p:spPr>
          <a:xfrm>
            <a:off x="838200" y="229851"/>
            <a:ext cx="10515600" cy="530528"/>
          </a:xfrm>
          <a:prstGeom prst="rect">
            <a:avLst/>
          </a:prstGeom>
        </p:spPr>
        <p:txBody>
          <a:bodyPr lIns="45720" tIns="22860" rIns="45720" bIns="22860"/>
          <a:lstStyle>
            <a:lvl1pPr algn="l">
              <a:defRPr sz="4267" b="1">
                <a:latin typeface="微软雅黑" panose="020B0503020204020204" pitchFamily="34" charset="-122"/>
                <a:ea typeface="微软雅黑" panose="020B0503020204020204" pitchFamily="34" charset="-122"/>
              </a:defRPr>
            </a:lvl1pPr>
          </a:lstStyle>
          <a:p>
            <a:r>
              <a:rPr lang="en-US" altLang="zh-CN" dirty="0"/>
              <a:t>Click to edit Master title style</a:t>
            </a:r>
            <a:endParaRPr lang="uk-UA" dirty="0"/>
          </a:p>
        </p:txBody>
      </p:sp>
    </p:spTree>
    <p:extLst>
      <p:ext uri="{BB962C8B-B14F-4D97-AF65-F5344CB8AC3E}">
        <p14:creationId xmlns:p14="http://schemas.microsoft.com/office/powerpoint/2010/main" val="3082060922"/>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HOWXASE 2">
    <p:spTree>
      <p:nvGrpSpPr>
        <p:cNvPr id="1" name=""/>
        <p:cNvGrpSpPr/>
        <p:nvPr/>
      </p:nvGrpSpPr>
      <p:grpSpPr>
        <a:xfrm>
          <a:off x="0" y="0"/>
          <a:ext cx="0" cy="0"/>
          <a:chOff x="0" y="0"/>
          <a:chExt cx="0" cy="0"/>
        </a:xfrm>
      </p:grpSpPr>
      <p:sp>
        <p:nvSpPr>
          <p:cNvPr id="5" name="Picture Placeholder 3"/>
          <p:cNvSpPr>
            <a:spLocks noGrp="1"/>
          </p:cNvSpPr>
          <p:nvPr>
            <p:ph type="pic" sz="quarter" idx="12"/>
          </p:nvPr>
        </p:nvSpPr>
        <p:spPr>
          <a:xfrm>
            <a:off x="0" y="1341120"/>
            <a:ext cx="2438400" cy="1828800"/>
          </a:xfrm>
          <a:prstGeom prst="rect">
            <a:avLst/>
          </a:prstGeom>
          <a:ln w="38100">
            <a:solidFill>
              <a:schemeClr val="bg1"/>
            </a:solidFill>
          </a:ln>
        </p:spPr>
        <p:txBody>
          <a:bodyPr lIns="45720" tIns="22860" rIns="45720" bIns="22860"/>
          <a:lstStyle>
            <a:lvl1pPr>
              <a:defRPr sz="1333"/>
            </a:lvl1pPr>
          </a:lstStyle>
          <a:p>
            <a:r>
              <a:rPr lang="en-US" dirty="0"/>
              <a:t>Click icon to add picture</a:t>
            </a:r>
            <a:endParaRPr lang="uk-UA"/>
          </a:p>
        </p:txBody>
      </p:sp>
      <p:sp>
        <p:nvSpPr>
          <p:cNvPr id="8" name="Picture Placeholder 3"/>
          <p:cNvSpPr>
            <a:spLocks noGrp="1"/>
          </p:cNvSpPr>
          <p:nvPr>
            <p:ph type="pic" sz="quarter" idx="13"/>
          </p:nvPr>
        </p:nvSpPr>
        <p:spPr>
          <a:xfrm>
            <a:off x="2438400" y="1341120"/>
            <a:ext cx="2438400" cy="1828800"/>
          </a:xfrm>
          <a:prstGeom prst="rect">
            <a:avLst/>
          </a:prstGeom>
          <a:ln w="38100">
            <a:solidFill>
              <a:schemeClr val="bg1"/>
            </a:solidFill>
          </a:ln>
        </p:spPr>
        <p:txBody>
          <a:bodyPr lIns="45720" tIns="22860" rIns="45720" bIns="22860"/>
          <a:lstStyle>
            <a:lvl1pPr>
              <a:defRPr sz="1333"/>
            </a:lvl1pPr>
          </a:lstStyle>
          <a:p>
            <a:r>
              <a:rPr lang="en-US" dirty="0"/>
              <a:t>Click icon to add picture</a:t>
            </a:r>
            <a:endParaRPr lang="uk-UA"/>
          </a:p>
        </p:txBody>
      </p:sp>
      <p:sp>
        <p:nvSpPr>
          <p:cNvPr id="9" name="Picture Placeholder 3"/>
          <p:cNvSpPr>
            <a:spLocks noGrp="1"/>
          </p:cNvSpPr>
          <p:nvPr>
            <p:ph type="pic" sz="quarter" idx="14"/>
          </p:nvPr>
        </p:nvSpPr>
        <p:spPr>
          <a:xfrm>
            <a:off x="4876800" y="1341120"/>
            <a:ext cx="2438400" cy="1828800"/>
          </a:xfrm>
          <a:prstGeom prst="rect">
            <a:avLst/>
          </a:prstGeom>
          <a:ln w="38100">
            <a:solidFill>
              <a:schemeClr val="bg1"/>
            </a:solidFill>
          </a:ln>
        </p:spPr>
        <p:txBody>
          <a:bodyPr lIns="45720" tIns="22860" rIns="45720" bIns="22860"/>
          <a:lstStyle>
            <a:lvl1pPr>
              <a:defRPr sz="1333"/>
            </a:lvl1pPr>
          </a:lstStyle>
          <a:p>
            <a:r>
              <a:rPr lang="en-US" dirty="0"/>
              <a:t>Click icon to add picture</a:t>
            </a:r>
            <a:endParaRPr lang="uk-UA"/>
          </a:p>
        </p:txBody>
      </p:sp>
      <p:sp>
        <p:nvSpPr>
          <p:cNvPr id="10" name="Picture Placeholder 3"/>
          <p:cNvSpPr>
            <a:spLocks noGrp="1"/>
          </p:cNvSpPr>
          <p:nvPr>
            <p:ph type="pic" sz="quarter" idx="15"/>
          </p:nvPr>
        </p:nvSpPr>
        <p:spPr>
          <a:xfrm>
            <a:off x="7315200" y="1341120"/>
            <a:ext cx="2438400" cy="1828800"/>
          </a:xfrm>
          <a:prstGeom prst="rect">
            <a:avLst/>
          </a:prstGeom>
          <a:ln w="38100">
            <a:solidFill>
              <a:schemeClr val="bg1"/>
            </a:solidFill>
          </a:ln>
        </p:spPr>
        <p:txBody>
          <a:bodyPr lIns="45720" tIns="22860" rIns="45720" bIns="22860"/>
          <a:lstStyle>
            <a:lvl1pPr>
              <a:defRPr sz="1333"/>
            </a:lvl1pPr>
          </a:lstStyle>
          <a:p>
            <a:r>
              <a:rPr lang="en-US" dirty="0"/>
              <a:t>Click icon to add picture</a:t>
            </a:r>
            <a:endParaRPr lang="uk-UA"/>
          </a:p>
        </p:txBody>
      </p:sp>
      <p:sp>
        <p:nvSpPr>
          <p:cNvPr id="11" name="Picture Placeholder 3"/>
          <p:cNvSpPr>
            <a:spLocks noGrp="1"/>
          </p:cNvSpPr>
          <p:nvPr>
            <p:ph type="pic" sz="quarter" idx="16"/>
          </p:nvPr>
        </p:nvSpPr>
        <p:spPr>
          <a:xfrm>
            <a:off x="9753600" y="1341120"/>
            <a:ext cx="2438400" cy="1828800"/>
          </a:xfrm>
          <a:prstGeom prst="rect">
            <a:avLst/>
          </a:prstGeom>
          <a:ln w="38100">
            <a:solidFill>
              <a:schemeClr val="bg1"/>
            </a:solidFill>
          </a:ln>
        </p:spPr>
        <p:txBody>
          <a:bodyPr lIns="45720" tIns="22860" rIns="45720" bIns="22860"/>
          <a:lstStyle>
            <a:lvl1pPr>
              <a:defRPr sz="1333"/>
            </a:lvl1pPr>
          </a:lstStyle>
          <a:p>
            <a:r>
              <a:rPr lang="en-US" dirty="0"/>
              <a:t>Click icon to add picture</a:t>
            </a:r>
            <a:endParaRPr lang="uk-UA"/>
          </a:p>
        </p:txBody>
      </p:sp>
      <p:sp>
        <p:nvSpPr>
          <p:cNvPr id="12" name="Picture Placeholder 3"/>
          <p:cNvSpPr>
            <a:spLocks noGrp="1"/>
          </p:cNvSpPr>
          <p:nvPr>
            <p:ph type="pic" sz="quarter" idx="17"/>
          </p:nvPr>
        </p:nvSpPr>
        <p:spPr>
          <a:xfrm>
            <a:off x="0" y="3169920"/>
            <a:ext cx="2438400" cy="1828800"/>
          </a:xfrm>
          <a:prstGeom prst="rect">
            <a:avLst/>
          </a:prstGeom>
          <a:ln w="38100">
            <a:solidFill>
              <a:schemeClr val="bg1"/>
            </a:solidFill>
          </a:ln>
        </p:spPr>
        <p:txBody>
          <a:bodyPr lIns="45720" tIns="22860" rIns="45720" bIns="22860"/>
          <a:lstStyle>
            <a:lvl1pPr>
              <a:defRPr sz="1333"/>
            </a:lvl1pPr>
          </a:lstStyle>
          <a:p>
            <a:r>
              <a:rPr lang="en-US" dirty="0"/>
              <a:t>Click icon to add picture</a:t>
            </a:r>
            <a:endParaRPr lang="uk-UA"/>
          </a:p>
        </p:txBody>
      </p:sp>
      <p:sp>
        <p:nvSpPr>
          <p:cNvPr id="13" name="Picture Placeholder 3"/>
          <p:cNvSpPr>
            <a:spLocks noGrp="1"/>
          </p:cNvSpPr>
          <p:nvPr>
            <p:ph type="pic" sz="quarter" idx="18"/>
          </p:nvPr>
        </p:nvSpPr>
        <p:spPr>
          <a:xfrm>
            <a:off x="2438400" y="3169920"/>
            <a:ext cx="2438400" cy="1828800"/>
          </a:xfrm>
          <a:prstGeom prst="rect">
            <a:avLst/>
          </a:prstGeom>
          <a:ln w="38100">
            <a:solidFill>
              <a:schemeClr val="bg1"/>
            </a:solidFill>
          </a:ln>
        </p:spPr>
        <p:txBody>
          <a:bodyPr lIns="45720" tIns="22860" rIns="45720" bIns="22860"/>
          <a:lstStyle>
            <a:lvl1pPr>
              <a:defRPr sz="1333"/>
            </a:lvl1pPr>
          </a:lstStyle>
          <a:p>
            <a:r>
              <a:rPr lang="en-US" dirty="0"/>
              <a:t>Click icon to add picture</a:t>
            </a:r>
            <a:endParaRPr lang="uk-UA"/>
          </a:p>
        </p:txBody>
      </p:sp>
      <p:sp>
        <p:nvSpPr>
          <p:cNvPr id="14" name="Picture Placeholder 3"/>
          <p:cNvSpPr>
            <a:spLocks noGrp="1"/>
          </p:cNvSpPr>
          <p:nvPr>
            <p:ph type="pic" sz="quarter" idx="19"/>
          </p:nvPr>
        </p:nvSpPr>
        <p:spPr>
          <a:xfrm>
            <a:off x="4876800" y="3169920"/>
            <a:ext cx="2438400" cy="1828800"/>
          </a:xfrm>
          <a:prstGeom prst="rect">
            <a:avLst/>
          </a:prstGeom>
          <a:ln w="38100">
            <a:solidFill>
              <a:schemeClr val="bg1"/>
            </a:solidFill>
          </a:ln>
        </p:spPr>
        <p:txBody>
          <a:bodyPr lIns="45720" tIns="22860" rIns="45720" bIns="22860"/>
          <a:lstStyle>
            <a:lvl1pPr>
              <a:defRPr sz="1333"/>
            </a:lvl1pPr>
          </a:lstStyle>
          <a:p>
            <a:r>
              <a:rPr lang="en-US" dirty="0"/>
              <a:t>Click icon to add picture</a:t>
            </a:r>
            <a:endParaRPr lang="uk-UA"/>
          </a:p>
        </p:txBody>
      </p:sp>
      <p:sp>
        <p:nvSpPr>
          <p:cNvPr id="15" name="Picture Placeholder 3"/>
          <p:cNvSpPr>
            <a:spLocks noGrp="1"/>
          </p:cNvSpPr>
          <p:nvPr>
            <p:ph type="pic" sz="quarter" idx="20"/>
          </p:nvPr>
        </p:nvSpPr>
        <p:spPr>
          <a:xfrm>
            <a:off x="7315200" y="3169920"/>
            <a:ext cx="2438400" cy="1828800"/>
          </a:xfrm>
          <a:prstGeom prst="rect">
            <a:avLst/>
          </a:prstGeom>
          <a:ln w="38100">
            <a:solidFill>
              <a:schemeClr val="bg1"/>
            </a:solidFill>
          </a:ln>
        </p:spPr>
        <p:txBody>
          <a:bodyPr lIns="45720" tIns="22860" rIns="45720" bIns="22860"/>
          <a:lstStyle>
            <a:lvl1pPr>
              <a:defRPr sz="1333"/>
            </a:lvl1pPr>
          </a:lstStyle>
          <a:p>
            <a:r>
              <a:rPr lang="en-US" dirty="0"/>
              <a:t>Click icon to add picture</a:t>
            </a:r>
            <a:endParaRPr lang="uk-UA"/>
          </a:p>
        </p:txBody>
      </p:sp>
      <p:sp>
        <p:nvSpPr>
          <p:cNvPr id="16" name="Picture Placeholder 3"/>
          <p:cNvSpPr>
            <a:spLocks noGrp="1"/>
          </p:cNvSpPr>
          <p:nvPr>
            <p:ph type="pic" sz="quarter" idx="21"/>
          </p:nvPr>
        </p:nvSpPr>
        <p:spPr>
          <a:xfrm>
            <a:off x="9753600" y="3169920"/>
            <a:ext cx="2438400" cy="1828800"/>
          </a:xfrm>
          <a:prstGeom prst="rect">
            <a:avLst/>
          </a:prstGeom>
          <a:ln w="38100">
            <a:solidFill>
              <a:schemeClr val="bg1"/>
            </a:solidFill>
          </a:ln>
        </p:spPr>
        <p:txBody>
          <a:bodyPr lIns="45720" tIns="22860" rIns="45720" bIns="22860"/>
          <a:lstStyle>
            <a:lvl1pPr>
              <a:defRPr sz="1333"/>
            </a:lvl1pPr>
          </a:lstStyle>
          <a:p>
            <a:r>
              <a:rPr lang="en-US" dirty="0"/>
              <a:t>Click icon to add picture</a:t>
            </a:r>
            <a:endParaRPr lang="uk-UA"/>
          </a:p>
        </p:txBody>
      </p:sp>
      <p:sp>
        <p:nvSpPr>
          <p:cNvPr id="19" name="Title 3"/>
          <p:cNvSpPr>
            <a:spLocks noGrp="1"/>
          </p:cNvSpPr>
          <p:nvPr>
            <p:ph type="title"/>
          </p:nvPr>
        </p:nvSpPr>
        <p:spPr>
          <a:xfrm>
            <a:off x="838200" y="229851"/>
            <a:ext cx="10515600" cy="530528"/>
          </a:xfrm>
          <a:prstGeom prst="rect">
            <a:avLst/>
          </a:prstGeom>
        </p:spPr>
        <p:txBody>
          <a:bodyPr lIns="45720" tIns="22860" rIns="45720" bIns="22860"/>
          <a:lstStyle>
            <a:lvl1pPr algn="l">
              <a:defRPr sz="4267" b="1">
                <a:latin typeface="微软雅黑" panose="020B0503020204020204" pitchFamily="34" charset="-122"/>
                <a:ea typeface="微软雅黑" panose="020B0503020204020204" pitchFamily="34" charset="-122"/>
              </a:defRPr>
            </a:lvl1pPr>
          </a:lstStyle>
          <a:p>
            <a:r>
              <a:rPr lang="en-US" altLang="zh-CN" dirty="0"/>
              <a:t>Click to edit Master title style</a:t>
            </a:r>
            <a:endParaRPr lang="uk-UA" dirty="0"/>
          </a:p>
        </p:txBody>
      </p:sp>
      <p:sp>
        <p:nvSpPr>
          <p:cNvPr id="17" name="矩形 7"/>
          <p:cNvSpPr/>
          <p:nvPr userDrawn="1"/>
        </p:nvSpPr>
        <p:spPr>
          <a:xfrm>
            <a:off x="1" y="762862"/>
            <a:ext cx="12184067" cy="45708"/>
          </a:xfrm>
          <a:prstGeom prst="rect">
            <a:avLst/>
          </a:prstGeom>
          <a:solidFill>
            <a:schemeClr val="accent5"/>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21881" tIns="60940" rIns="121881" bIns="60940" anchor="ctr"/>
          <a:lstStyle/>
          <a:p>
            <a:pPr algn="ctr">
              <a:defRPr/>
            </a:pPr>
            <a:endParaRPr lang="zh-CN" altLang="en-US" sz="2400" dirty="0">
              <a:solidFill>
                <a:prstClr val="white"/>
              </a:solidFill>
            </a:endParaRPr>
          </a:p>
        </p:txBody>
      </p:sp>
    </p:spTree>
    <p:extLst>
      <p:ext uri="{BB962C8B-B14F-4D97-AF65-F5344CB8AC3E}">
        <p14:creationId xmlns:p14="http://schemas.microsoft.com/office/powerpoint/2010/main" val="3315433444"/>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HOWXASE 3">
    <p:spTree>
      <p:nvGrpSpPr>
        <p:cNvPr id="1" name=""/>
        <p:cNvGrpSpPr/>
        <p:nvPr/>
      </p:nvGrpSpPr>
      <p:grpSpPr>
        <a:xfrm>
          <a:off x="0" y="0"/>
          <a:ext cx="0" cy="0"/>
          <a:chOff x="0" y="0"/>
          <a:chExt cx="0" cy="0"/>
        </a:xfrm>
      </p:grpSpPr>
      <p:sp>
        <p:nvSpPr>
          <p:cNvPr id="6" name="Picture Placeholder 3"/>
          <p:cNvSpPr>
            <a:spLocks noGrp="1"/>
          </p:cNvSpPr>
          <p:nvPr>
            <p:ph type="pic" sz="quarter" idx="12"/>
          </p:nvPr>
        </p:nvSpPr>
        <p:spPr>
          <a:xfrm>
            <a:off x="2438400" y="2006600"/>
            <a:ext cx="2438400" cy="1828800"/>
          </a:xfrm>
          <a:prstGeom prst="rect">
            <a:avLst/>
          </a:prstGeom>
        </p:spPr>
        <p:txBody>
          <a:bodyPr lIns="45720" tIns="22860" rIns="45720" bIns="22860"/>
          <a:lstStyle>
            <a:lvl1pPr>
              <a:defRPr sz="1333"/>
            </a:lvl1pPr>
          </a:lstStyle>
          <a:p>
            <a:r>
              <a:rPr lang="en-US" dirty="0"/>
              <a:t>Click icon to add picture</a:t>
            </a:r>
            <a:endParaRPr lang="uk-UA" dirty="0"/>
          </a:p>
        </p:txBody>
      </p:sp>
      <p:sp>
        <p:nvSpPr>
          <p:cNvPr id="8" name="Picture Placeholder 3"/>
          <p:cNvSpPr>
            <a:spLocks noGrp="1"/>
          </p:cNvSpPr>
          <p:nvPr>
            <p:ph type="pic" sz="quarter" idx="14"/>
          </p:nvPr>
        </p:nvSpPr>
        <p:spPr>
          <a:xfrm>
            <a:off x="7315200" y="2006600"/>
            <a:ext cx="2438400" cy="1828800"/>
          </a:xfrm>
          <a:prstGeom prst="rect">
            <a:avLst/>
          </a:prstGeom>
        </p:spPr>
        <p:txBody>
          <a:bodyPr lIns="45720" tIns="22860" rIns="45720" bIns="22860"/>
          <a:lstStyle>
            <a:lvl1pPr>
              <a:defRPr sz="1333"/>
            </a:lvl1pPr>
          </a:lstStyle>
          <a:p>
            <a:r>
              <a:rPr lang="en-US" dirty="0"/>
              <a:t>Click icon to add picture</a:t>
            </a:r>
            <a:endParaRPr lang="uk-UA"/>
          </a:p>
        </p:txBody>
      </p:sp>
      <p:sp>
        <p:nvSpPr>
          <p:cNvPr id="10" name="Picture Placeholder 3"/>
          <p:cNvSpPr>
            <a:spLocks noGrp="1"/>
          </p:cNvSpPr>
          <p:nvPr>
            <p:ph type="pic" sz="quarter" idx="16"/>
          </p:nvPr>
        </p:nvSpPr>
        <p:spPr>
          <a:xfrm>
            <a:off x="0" y="3835400"/>
            <a:ext cx="2438400" cy="1828800"/>
          </a:xfrm>
          <a:prstGeom prst="rect">
            <a:avLst/>
          </a:prstGeom>
        </p:spPr>
        <p:txBody>
          <a:bodyPr lIns="45720" tIns="22860" rIns="45720" bIns="22860"/>
          <a:lstStyle>
            <a:lvl1pPr>
              <a:defRPr sz="1333"/>
            </a:lvl1pPr>
          </a:lstStyle>
          <a:p>
            <a:r>
              <a:rPr lang="en-US" dirty="0"/>
              <a:t>Click icon to add picture</a:t>
            </a:r>
            <a:endParaRPr lang="uk-UA"/>
          </a:p>
        </p:txBody>
      </p:sp>
      <p:sp>
        <p:nvSpPr>
          <p:cNvPr id="12" name="Picture Placeholder 3"/>
          <p:cNvSpPr>
            <a:spLocks noGrp="1"/>
          </p:cNvSpPr>
          <p:nvPr>
            <p:ph type="pic" sz="quarter" idx="18"/>
          </p:nvPr>
        </p:nvSpPr>
        <p:spPr>
          <a:xfrm>
            <a:off x="4876800" y="3835400"/>
            <a:ext cx="2438400" cy="1828800"/>
          </a:xfrm>
          <a:prstGeom prst="rect">
            <a:avLst/>
          </a:prstGeom>
        </p:spPr>
        <p:txBody>
          <a:bodyPr lIns="45720" tIns="22860" rIns="45720" bIns="22860"/>
          <a:lstStyle>
            <a:lvl1pPr>
              <a:defRPr sz="1333"/>
            </a:lvl1pPr>
          </a:lstStyle>
          <a:p>
            <a:r>
              <a:rPr lang="en-US" dirty="0"/>
              <a:t>Click icon to add picture</a:t>
            </a:r>
            <a:endParaRPr lang="uk-UA"/>
          </a:p>
        </p:txBody>
      </p:sp>
      <p:sp>
        <p:nvSpPr>
          <p:cNvPr id="14" name="Picture Placeholder 3"/>
          <p:cNvSpPr>
            <a:spLocks noGrp="1"/>
          </p:cNvSpPr>
          <p:nvPr>
            <p:ph type="pic" sz="quarter" idx="20"/>
          </p:nvPr>
        </p:nvSpPr>
        <p:spPr>
          <a:xfrm>
            <a:off x="9753600" y="3835400"/>
            <a:ext cx="2438400" cy="1828800"/>
          </a:xfrm>
          <a:prstGeom prst="rect">
            <a:avLst/>
          </a:prstGeom>
        </p:spPr>
        <p:txBody>
          <a:bodyPr lIns="45720" tIns="22860" rIns="45720" bIns="22860"/>
          <a:lstStyle>
            <a:lvl1pPr>
              <a:defRPr sz="1333"/>
            </a:lvl1pPr>
          </a:lstStyle>
          <a:p>
            <a:r>
              <a:rPr lang="en-US" dirty="0"/>
              <a:t>Click icon to add picture</a:t>
            </a:r>
            <a:endParaRPr lang="uk-UA"/>
          </a:p>
        </p:txBody>
      </p:sp>
      <p:sp>
        <p:nvSpPr>
          <p:cNvPr id="16" name="Title 3"/>
          <p:cNvSpPr>
            <a:spLocks noGrp="1"/>
          </p:cNvSpPr>
          <p:nvPr>
            <p:ph type="title"/>
          </p:nvPr>
        </p:nvSpPr>
        <p:spPr>
          <a:xfrm>
            <a:off x="838200" y="229851"/>
            <a:ext cx="10515600" cy="530528"/>
          </a:xfrm>
          <a:prstGeom prst="rect">
            <a:avLst/>
          </a:prstGeom>
        </p:spPr>
        <p:txBody>
          <a:bodyPr lIns="45720" tIns="22860" rIns="45720" bIns="22860"/>
          <a:lstStyle>
            <a:lvl1pPr algn="l">
              <a:defRPr sz="4267" b="1">
                <a:latin typeface="微软雅黑" panose="020B0503020204020204" pitchFamily="34" charset="-122"/>
                <a:ea typeface="微软雅黑" panose="020B0503020204020204" pitchFamily="34" charset="-122"/>
              </a:defRPr>
            </a:lvl1pPr>
          </a:lstStyle>
          <a:p>
            <a:r>
              <a:rPr lang="en-US" altLang="zh-CN" dirty="0"/>
              <a:t>Click to edit Master title style</a:t>
            </a:r>
            <a:endParaRPr lang="uk-UA" dirty="0"/>
          </a:p>
        </p:txBody>
      </p:sp>
    </p:spTree>
    <p:extLst>
      <p:ext uri="{BB962C8B-B14F-4D97-AF65-F5344CB8AC3E}">
        <p14:creationId xmlns:p14="http://schemas.microsoft.com/office/powerpoint/2010/main" val="3544926288"/>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HOWXASE 4">
    <p:spTree>
      <p:nvGrpSpPr>
        <p:cNvPr id="1" name=""/>
        <p:cNvGrpSpPr/>
        <p:nvPr/>
      </p:nvGrpSpPr>
      <p:grpSpPr>
        <a:xfrm>
          <a:off x="0" y="0"/>
          <a:ext cx="0" cy="0"/>
          <a:chOff x="0" y="0"/>
          <a:chExt cx="0" cy="0"/>
        </a:xfrm>
      </p:grpSpPr>
      <p:sp>
        <p:nvSpPr>
          <p:cNvPr id="4" name="Picture Placeholder 3"/>
          <p:cNvSpPr>
            <a:spLocks noGrp="1"/>
          </p:cNvSpPr>
          <p:nvPr>
            <p:ph type="pic" sz="quarter" idx="11"/>
          </p:nvPr>
        </p:nvSpPr>
        <p:spPr>
          <a:xfrm>
            <a:off x="0" y="1905000"/>
            <a:ext cx="2438400" cy="1828800"/>
          </a:xfrm>
          <a:prstGeom prst="rect">
            <a:avLst/>
          </a:prstGeom>
        </p:spPr>
        <p:txBody>
          <a:bodyPr lIns="45720" tIns="22860" rIns="45720" bIns="22860"/>
          <a:lstStyle>
            <a:lvl1pPr>
              <a:defRPr sz="1333"/>
            </a:lvl1pPr>
          </a:lstStyle>
          <a:p>
            <a:r>
              <a:rPr lang="en-US" dirty="0"/>
              <a:t>Click icon to add picture</a:t>
            </a:r>
            <a:endParaRPr lang="uk-UA"/>
          </a:p>
        </p:txBody>
      </p:sp>
      <p:sp>
        <p:nvSpPr>
          <p:cNvPr id="6" name="Picture Placeholder 3"/>
          <p:cNvSpPr>
            <a:spLocks noGrp="1"/>
          </p:cNvSpPr>
          <p:nvPr>
            <p:ph type="pic" sz="quarter" idx="12"/>
          </p:nvPr>
        </p:nvSpPr>
        <p:spPr>
          <a:xfrm>
            <a:off x="2438400" y="1905000"/>
            <a:ext cx="2438400" cy="1828800"/>
          </a:xfrm>
          <a:prstGeom prst="rect">
            <a:avLst/>
          </a:prstGeom>
        </p:spPr>
        <p:txBody>
          <a:bodyPr lIns="45720" tIns="22860" rIns="45720" bIns="22860"/>
          <a:lstStyle>
            <a:lvl1pPr>
              <a:defRPr sz="1333"/>
            </a:lvl1pPr>
          </a:lstStyle>
          <a:p>
            <a:r>
              <a:rPr lang="en-US" dirty="0"/>
              <a:t>Click icon to add picture</a:t>
            </a:r>
            <a:endParaRPr lang="uk-UA"/>
          </a:p>
        </p:txBody>
      </p:sp>
      <p:sp>
        <p:nvSpPr>
          <p:cNvPr id="7" name="Picture Placeholder 3"/>
          <p:cNvSpPr>
            <a:spLocks noGrp="1"/>
          </p:cNvSpPr>
          <p:nvPr>
            <p:ph type="pic" sz="quarter" idx="13"/>
          </p:nvPr>
        </p:nvSpPr>
        <p:spPr>
          <a:xfrm>
            <a:off x="4876800" y="1905000"/>
            <a:ext cx="2438400" cy="1828800"/>
          </a:xfrm>
          <a:prstGeom prst="rect">
            <a:avLst/>
          </a:prstGeom>
        </p:spPr>
        <p:txBody>
          <a:bodyPr lIns="45720" tIns="22860" rIns="45720" bIns="22860"/>
          <a:lstStyle>
            <a:lvl1pPr>
              <a:defRPr sz="1333"/>
            </a:lvl1pPr>
          </a:lstStyle>
          <a:p>
            <a:r>
              <a:rPr lang="en-US" dirty="0"/>
              <a:t>Click icon to add picture</a:t>
            </a:r>
            <a:endParaRPr lang="uk-UA"/>
          </a:p>
        </p:txBody>
      </p:sp>
      <p:sp>
        <p:nvSpPr>
          <p:cNvPr id="8" name="Picture Placeholder 3"/>
          <p:cNvSpPr>
            <a:spLocks noGrp="1"/>
          </p:cNvSpPr>
          <p:nvPr>
            <p:ph type="pic" sz="quarter" idx="14"/>
          </p:nvPr>
        </p:nvSpPr>
        <p:spPr>
          <a:xfrm>
            <a:off x="7315200" y="1905000"/>
            <a:ext cx="2438400" cy="1828800"/>
          </a:xfrm>
          <a:prstGeom prst="rect">
            <a:avLst/>
          </a:prstGeom>
        </p:spPr>
        <p:txBody>
          <a:bodyPr lIns="45720" tIns="22860" rIns="45720" bIns="22860"/>
          <a:lstStyle>
            <a:lvl1pPr>
              <a:defRPr sz="1333"/>
            </a:lvl1pPr>
          </a:lstStyle>
          <a:p>
            <a:r>
              <a:rPr lang="en-US" dirty="0"/>
              <a:t>Click icon to add picture</a:t>
            </a:r>
            <a:endParaRPr lang="uk-UA"/>
          </a:p>
        </p:txBody>
      </p:sp>
      <p:sp>
        <p:nvSpPr>
          <p:cNvPr id="9" name="Picture Placeholder 3"/>
          <p:cNvSpPr>
            <a:spLocks noGrp="1"/>
          </p:cNvSpPr>
          <p:nvPr>
            <p:ph type="pic" sz="quarter" idx="15"/>
          </p:nvPr>
        </p:nvSpPr>
        <p:spPr>
          <a:xfrm>
            <a:off x="9753600" y="1905000"/>
            <a:ext cx="2438400" cy="1828800"/>
          </a:xfrm>
          <a:prstGeom prst="rect">
            <a:avLst/>
          </a:prstGeom>
        </p:spPr>
        <p:txBody>
          <a:bodyPr lIns="45720" tIns="22860" rIns="45720" bIns="22860"/>
          <a:lstStyle>
            <a:lvl1pPr>
              <a:defRPr sz="1333"/>
            </a:lvl1pPr>
          </a:lstStyle>
          <a:p>
            <a:r>
              <a:rPr lang="en-US" dirty="0"/>
              <a:t>Click icon to add picture</a:t>
            </a:r>
            <a:endParaRPr lang="uk-UA"/>
          </a:p>
        </p:txBody>
      </p:sp>
      <p:sp>
        <p:nvSpPr>
          <p:cNvPr id="10" name="Picture Placeholder 3"/>
          <p:cNvSpPr>
            <a:spLocks noGrp="1"/>
          </p:cNvSpPr>
          <p:nvPr>
            <p:ph type="pic" sz="quarter" idx="16"/>
          </p:nvPr>
        </p:nvSpPr>
        <p:spPr>
          <a:xfrm>
            <a:off x="0" y="3733800"/>
            <a:ext cx="2438400" cy="1828800"/>
          </a:xfrm>
          <a:prstGeom prst="rect">
            <a:avLst/>
          </a:prstGeom>
        </p:spPr>
        <p:txBody>
          <a:bodyPr lIns="45720" tIns="22860" rIns="45720" bIns="22860"/>
          <a:lstStyle>
            <a:lvl1pPr>
              <a:defRPr sz="1333"/>
            </a:lvl1pPr>
          </a:lstStyle>
          <a:p>
            <a:r>
              <a:rPr lang="en-US" dirty="0"/>
              <a:t>Click icon to add picture</a:t>
            </a:r>
            <a:endParaRPr lang="uk-UA"/>
          </a:p>
        </p:txBody>
      </p:sp>
      <p:sp>
        <p:nvSpPr>
          <p:cNvPr id="11" name="Picture Placeholder 3"/>
          <p:cNvSpPr>
            <a:spLocks noGrp="1"/>
          </p:cNvSpPr>
          <p:nvPr>
            <p:ph type="pic" sz="quarter" idx="17"/>
          </p:nvPr>
        </p:nvSpPr>
        <p:spPr>
          <a:xfrm>
            <a:off x="2438400" y="3733800"/>
            <a:ext cx="2438400" cy="1828800"/>
          </a:xfrm>
          <a:prstGeom prst="rect">
            <a:avLst/>
          </a:prstGeom>
        </p:spPr>
        <p:txBody>
          <a:bodyPr lIns="45720" tIns="22860" rIns="45720" bIns="22860"/>
          <a:lstStyle>
            <a:lvl1pPr>
              <a:defRPr sz="1333"/>
            </a:lvl1pPr>
          </a:lstStyle>
          <a:p>
            <a:r>
              <a:rPr lang="en-US" dirty="0"/>
              <a:t>Click icon to add picture</a:t>
            </a:r>
            <a:endParaRPr lang="uk-UA"/>
          </a:p>
        </p:txBody>
      </p:sp>
      <p:sp>
        <p:nvSpPr>
          <p:cNvPr id="12" name="Picture Placeholder 3"/>
          <p:cNvSpPr>
            <a:spLocks noGrp="1"/>
          </p:cNvSpPr>
          <p:nvPr>
            <p:ph type="pic" sz="quarter" idx="18"/>
          </p:nvPr>
        </p:nvSpPr>
        <p:spPr>
          <a:xfrm>
            <a:off x="4876800" y="3733800"/>
            <a:ext cx="2438400" cy="1828800"/>
          </a:xfrm>
          <a:prstGeom prst="rect">
            <a:avLst/>
          </a:prstGeom>
        </p:spPr>
        <p:txBody>
          <a:bodyPr lIns="45720" tIns="22860" rIns="45720" bIns="22860"/>
          <a:lstStyle>
            <a:lvl1pPr>
              <a:defRPr sz="1333"/>
            </a:lvl1pPr>
          </a:lstStyle>
          <a:p>
            <a:r>
              <a:rPr lang="en-US" dirty="0"/>
              <a:t>Click icon to add picture</a:t>
            </a:r>
            <a:endParaRPr lang="uk-UA"/>
          </a:p>
        </p:txBody>
      </p:sp>
      <p:sp>
        <p:nvSpPr>
          <p:cNvPr id="13" name="Picture Placeholder 3"/>
          <p:cNvSpPr>
            <a:spLocks noGrp="1"/>
          </p:cNvSpPr>
          <p:nvPr>
            <p:ph type="pic" sz="quarter" idx="19"/>
          </p:nvPr>
        </p:nvSpPr>
        <p:spPr>
          <a:xfrm>
            <a:off x="7315200" y="3733800"/>
            <a:ext cx="2438400" cy="1828800"/>
          </a:xfrm>
          <a:prstGeom prst="rect">
            <a:avLst/>
          </a:prstGeom>
        </p:spPr>
        <p:txBody>
          <a:bodyPr lIns="45720" tIns="22860" rIns="45720" bIns="22860"/>
          <a:lstStyle>
            <a:lvl1pPr>
              <a:defRPr sz="1333"/>
            </a:lvl1pPr>
          </a:lstStyle>
          <a:p>
            <a:r>
              <a:rPr lang="en-US" dirty="0"/>
              <a:t>Click icon to add picture</a:t>
            </a:r>
            <a:endParaRPr lang="uk-UA"/>
          </a:p>
        </p:txBody>
      </p:sp>
      <p:sp>
        <p:nvSpPr>
          <p:cNvPr id="14" name="Picture Placeholder 3"/>
          <p:cNvSpPr>
            <a:spLocks noGrp="1"/>
          </p:cNvSpPr>
          <p:nvPr>
            <p:ph type="pic" sz="quarter" idx="20"/>
          </p:nvPr>
        </p:nvSpPr>
        <p:spPr>
          <a:xfrm>
            <a:off x="9753600" y="3733800"/>
            <a:ext cx="2438400" cy="1828800"/>
          </a:xfrm>
          <a:prstGeom prst="rect">
            <a:avLst/>
          </a:prstGeom>
        </p:spPr>
        <p:txBody>
          <a:bodyPr lIns="45720" tIns="22860" rIns="45720" bIns="22860"/>
          <a:lstStyle>
            <a:lvl1pPr>
              <a:defRPr sz="1333"/>
            </a:lvl1pPr>
          </a:lstStyle>
          <a:p>
            <a:r>
              <a:rPr lang="en-US" dirty="0"/>
              <a:t>Click icon to add picture</a:t>
            </a:r>
            <a:endParaRPr lang="uk-UA"/>
          </a:p>
        </p:txBody>
      </p:sp>
      <p:sp>
        <p:nvSpPr>
          <p:cNvPr id="17" name="Title 3"/>
          <p:cNvSpPr>
            <a:spLocks noGrp="1"/>
          </p:cNvSpPr>
          <p:nvPr>
            <p:ph type="title"/>
          </p:nvPr>
        </p:nvSpPr>
        <p:spPr>
          <a:xfrm>
            <a:off x="838200" y="229851"/>
            <a:ext cx="10515600" cy="530528"/>
          </a:xfrm>
          <a:prstGeom prst="rect">
            <a:avLst/>
          </a:prstGeom>
        </p:spPr>
        <p:txBody>
          <a:bodyPr lIns="45720" tIns="22860" rIns="45720" bIns="22860"/>
          <a:lstStyle>
            <a:lvl1pPr algn="l">
              <a:defRPr sz="4267" b="1">
                <a:latin typeface="微软雅黑" panose="020B0503020204020204" pitchFamily="34" charset="-122"/>
                <a:ea typeface="微软雅黑" panose="020B0503020204020204" pitchFamily="34" charset="-122"/>
              </a:defRPr>
            </a:lvl1pPr>
          </a:lstStyle>
          <a:p>
            <a:r>
              <a:rPr lang="en-US" altLang="zh-CN" dirty="0"/>
              <a:t>Click to edit Master title style</a:t>
            </a:r>
            <a:endParaRPr lang="uk-UA" dirty="0"/>
          </a:p>
        </p:txBody>
      </p:sp>
    </p:spTree>
    <p:extLst>
      <p:ext uri="{BB962C8B-B14F-4D97-AF65-F5344CB8AC3E}">
        <p14:creationId xmlns:p14="http://schemas.microsoft.com/office/powerpoint/2010/main" val="1146203825"/>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HOWXASE 5">
    <p:spTree>
      <p:nvGrpSpPr>
        <p:cNvPr id="1" name=""/>
        <p:cNvGrpSpPr/>
        <p:nvPr/>
      </p:nvGrpSpPr>
      <p:grpSpPr>
        <a:xfrm>
          <a:off x="0" y="0"/>
          <a:ext cx="0" cy="0"/>
          <a:chOff x="0" y="0"/>
          <a:chExt cx="0" cy="0"/>
        </a:xfrm>
      </p:grpSpPr>
      <p:sp>
        <p:nvSpPr>
          <p:cNvPr id="5" name="Picture Placeholder 3"/>
          <p:cNvSpPr>
            <a:spLocks noGrp="1"/>
          </p:cNvSpPr>
          <p:nvPr>
            <p:ph type="pic" sz="quarter" idx="12"/>
          </p:nvPr>
        </p:nvSpPr>
        <p:spPr>
          <a:xfrm>
            <a:off x="1524000" y="1341120"/>
            <a:ext cx="2286000" cy="2286000"/>
          </a:xfrm>
          <a:prstGeom prst="rect">
            <a:avLst/>
          </a:prstGeom>
        </p:spPr>
        <p:txBody>
          <a:bodyPr lIns="45720" tIns="22860" rIns="45720" bIns="22860"/>
          <a:lstStyle>
            <a:lvl1pPr>
              <a:defRPr sz="1333"/>
            </a:lvl1pPr>
          </a:lstStyle>
          <a:p>
            <a:r>
              <a:rPr lang="en-US" dirty="0"/>
              <a:t>Click icon to add picture</a:t>
            </a:r>
            <a:endParaRPr lang="uk-UA"/>
          </a:p>
        </p:txBody>
      </p:sp>
      <p:sp>
        <p:nvSpPr>
          <p:cNvPr id="12" name="Picture Placeholder 3"/>
          <p:cNvSpPr>
            <a:spLocks noGrp="1"/>
          </p:cNvSpPr>
          <p:nvPr>
            <p:ph type="pic" sz="quarter" idx="13"/>
          </p:nvPr>
        </p:nvSpPr>
        <p:spPr>
          <a:xfrm>
            <a:off x="3810000" y="1341120"/>
            <a:ext cx="2286000" cy="2286000"/>
          </a:xfrm>
          <a:prstGeom prst="rect">
            <a:avLst/>
          </a:prstGeom>
        </p:spPr>
        <p:txBody>
          <a:bodyPr lIns="45720" tIns="22860" rIns="45720" bIns="22860"/>
          <a:lstStyle>
            <a:lvl1pPr>
              <a:defRPr sz="1333"/>
            </a:lvl1pPr>
          </a:lstStyle>
          <a:p>
            <a:r>
              <a:rPr lang="en-US" dirty="0"/>
              <a:t>Click icon to add picture</a:t>
            </a:r>
            <a:endParaRPr lang="uk-UA"/>
          </a:p>
        </p:txBody>
      </p:sp>
      <p:sp>
        <p:nvSpPr>
          <p:cNvPr id="13" name="Picture Placeholder 3"/>
          <p:cNvSpPr>
            <a:spLocks noGrp="1"/>
          </p:cNvSpPr>
          <p:nvPr>
            <p:ph type="pic" sz="quarter" idx="14"/>
          </p:nvPr>
        </p:nvSpPr>
        <p:spPr>
          <a:xfrm>
            <a:off x="6096000" y="1341120"/>
            <a:ext cx="2286000" cy="2286000"/>
          </a:xfrm>
          <a:prstGeom prst="rect">
            <a:avLst/>
          </a:prstGeom>
        </p:spPr>
        <p:txBody>
          <a:bodyPr lIns="45720" tIns="22860" rIns="45720" bIns="22860"/>
          <a:lstStyle>
            <a:lvl1pPr>
              <a:defRPr sz="1333"/>
            </a:lvl1pPr>
          </a:lstStyle>
          <a:p>
            <a:r>
              <a:rPr lang="en-US" dirty="0"/>
              <a:t>Click icon to add picture</a:t>
            </a:r>
            <a:endParaRPr lang="uk-UA"/>
          </a:p>
        </p:txBody>
      </p:sp>
      <p:sp>
        <p:nvSpPr>
          <p:cNvPr id="14" name="Picture Placeholder 3"/>
          <p:cNvSpPr>
            <a:spLocks noGrp="1"/>
          </p:cNvSpPr>
          <p:nvPr>
            <p:ph type="pic" sz="quarter" idx="15"/>
          </p:nvPr>
        </p:nvSpPr>
        <p:spPr>
          <a:xfrm>
            <a:off x="8382000" y="1341120"/>
            <a:ext cx="2286000" cy="2286000"/>
          </a:xfrm>
          <a:prstGeom prst="rect">
            <a:avLst/>
          </a:prstGeom>
        </p:spPr>
        <p:txBody>
          <a:bodyPr lIns="45720" tIns="22860" rIns="45720" bIns="22860"/>
          <a:lstStyle>
            <a:lvl1pPr>
              <a:defRPr sz="1333"/>
            </a:lvl1pPr>
          </a:lstStyle>
          <a:p>
            <a:r>
              <a:rPr lang="en-US" dirty="0"/>
              <a:t>Click icon to add picture</a:t>
            </a:r>
            <a:endParaRPr lang="uk-UA"/>
          </a:p>
        </p:txBody>
      </p:sp>
      <p:sp>
        <p:nvSpPr>
          <p:cNvPr id="15" name="Picture Placeholder 3"/>
          <p:cNvSpPr>
            <a:spLocks noGrp="1"/>
          </p:cNvSpPr>
          <p:nvPr>
            <p:ph type="pic" sz="quarter" idx="16"/>
          </p:nvPr>
        </p:nvSpPr>
        <p:spPr>
          <a:xfrm>
            <a:off x="1524000" y="3627120"/>
            <a:ext cx="2286000" cy="2286000"/>
          </a:xfrm>
          <a:prstGeom prst="rect">
            <a:avLst/>
          </a:prstGeom>
        </p:spPr>
        <p:txBody>
          <a:bodyPr lIns="45720" tIns="22860" rIns="45720" bIns="22860"/>
          <a:lstStyle>
            <a:lvl1pPr>
              <a:defRPr sz="1333"/>
            </a:lvl1pPr>
          </a:lstStyle>
          <a:p>
            <a:r>
              <a:rPr lang="en-US" dirty="0"/>
              <a:t>Click icon to add picture</a:t>
            </a:r>
            <a:endParaRPr lang="uk-UA"/>
          </a:p>
        </p:txBody>
      </p:sp>
      <p:sp>
        <p:nvSpPr>
          <p:cNvPr id="16" name="Picture Placeholder 3"/>
          <p:cNvSpPr>
            <a:spLocks noGrp="1"/>
          </p:cNvSpPr>
          <p:nvPr>
            <p:ph type="pic" sz="quarter" idx="17"/>
          </p:nvPr>
        </p:nvSpPr>
        <p:spPr>
          <a:xfrm>
            <a:off x="3810000" y="3627120"/>
            <a:ext cx="2286000" cy="2286000"/>
          </a:xfrm>
          <a:prstGeom prst="rect">
            <a:avLst/>
          </a:prstGeom>
        </p:spPr>
        <p:txBody>
          <a:bodyPr lIns="45720" tIns="22860" rIns="45720" bIns="22860"/>
          <a:lstStyle>
            <a:lvl1pPr>
              <a:defRPr sz="1333"/>
            </a:lvl1pPr>
          </a:lstStyle>
          <a:p>
            <a:r>
              <a:rPr lang="en-US" dirty="0"/>
              <a:t>Click icon to add picture</a:t>
            </a:r>
            <a:endParaRPr lang="uk-UA"/>
          </a:p>
        </p:txBody>
      </p:sp>
      <p:sp>
        <p:nvSpPr>
          <p:cNvPr id="17" name="Picture Placeholder 3"/>
          <p:cNvSpPr>
            <a:spLocks noGrp="1"/>
          </p:cNvSpPr>
          <p:nvPr>
            <p:ph type="pic" sz="quarter" idx="18"/>
          </p:nvPr>
        </p:nvSpPr>
        <p:spPr>
          <a:xfrm>
            <a:off x="6096000" y="3627120"/>
            <a:ext cx="2286000" cy="2286000"/>
          </a:xfrm>
          <a:prstGeom prst="rect">
            <a:avLst/>
          </a:prstGeom>
        </p:spPr>
        <p:txBody>
          <a:bodyPr lIns="45720" tIns="22860" rIns="45720" bIns="22860"/>
          <a:lstStyle>
            <a:lvl1pPr>
              <a:defRPr sz="1333"/>
            </a:lvl1pPr>
          </a:lstStyle>
          <a:p>
            <a:r>
              <a:rPr lang="en-US" dirty="0"/>
              <a:t>Click icon to add picture</a:t>
            </a:r>
            <a:endParaRPr lang="uk-UA"/>
          </a:p>
        </p:txBody>
      </p:sp>
      <p:sp>
        <p:nvSpPr>
          <p:cNvPr id="18" name="Picture Placeholder 3"/>
          <p:cNvSpPr>
            <a:spLocks noGrp="1"/>
          </p:cNvSpPr>
          <p:nvPr>
            <p:ph type="pic" sz="quarter" idx="19"/>
          </p:nvPr>
        </p:nvSpPr>
        <p:spPr>
          <a:xfrm>
            <a:off x="8382000" y="3627120"/>
            <a:ext cx="2286000" cy="2286000"/>
          </a:xfrm>
          <a:prstGeom prst="rect">
            <a:avLst/>
          </a:prstGeom>
        </p:spPr>
        <p:txBody>
          <a:bodyPr lIns="45720" tIns="22860" rIns="45720" bIns="22860"/>
          <a:lstStyle>
            <a:lvl1pPr>
              <a:defRPr sz="1333"/>
            </a:lvl1pPr>
          </a:lstStyle>
          <a:p>
            <a:r>
              <a:rPr lang="en-US" dirty="0"/>
              <a:t>Click icon to add picture</a:t>
            </a:r>
            <a:endParaRPr lang="uk-UA"/>
          </a:p>
        </p:txBody>
      </p:sp>
      <p:sp>
        <p:nvSpPr>
          <p:cNvPr id="21" name="Title 3"/>
          <p:cNvSpPr>
            <a:spLocks noGrp="1"/>
          </p:cNvSpPr>
          <p:nvPr>
            <p:ph type="title"/>
          </p:nvPr>
        </p:nvSpPr>
        <p:spPr>
          <a:xfrm>
            <a:off x="838200" y="229851"/>
            <a:ext cx="10515600" cy="530528"/>
          </a:xfrm>
          <a:prstGeom prst="rect">
            <a:avLst/>
          </a:prstGeom>
        </p:spPr>
        <p:txBody>
          <a:bodyPr lIns="45720" tIns="22860" rIns="45720" bIns="22860"/>
          <a:lstStyle>
            <a:lvl1pPr algn="l">
              <a:defRPr sz="4267" b="1">
                <a:latin typeface="微软雅黑" panose="020B0503020204020204" pitchFamily="34" charset="-122"/>
                <a:ea typeface="微软雅黑" panose="020B0503020204020204" pitchFamily="34" charset="-122"/>
              </a:defRPr>
            </a:lvl1pPr>
          </a:lstStyle>
          <a:p>
            <a:r>
              <a:rPr lang="en-US" altLang="zh-CN" dirty="0"/>
              <a:t>Click to edit Master title style</a:t>
            </a:r>
            <a:endParaRPr lang="uk-UA" dirty="0"/>
          </a:p>
        </p:txBody>
      </p:sp>
    </p:spTree>
    <p:extLst>
      <p:ext uri="{BB962C8B-B14F-4D97-AF65-F5344CB8AC3E}">
        <p14:creationId xmlns:p14="http://schemas.microsoft.com/office/powerpoint/2010/main" val="326205101"/>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HOWECASE 6">
    <p:spTree>
      <p:nvGrpSpPr>
        <p:cNvPr id="1" name=""/>
        <p:cNvGrpSpPr/>
        <p:nvPr/>
      </p:nvGrpSpPr>
      <p:grpSpPr>
        <a:xfrm>
          <a:off x="0" y="0"/>
          <a:ext cx="0" cy="0"/>
          <a:chOff x="0" y="0"/>
          <a:chExt cx="0" cy="0"/>
        </a:xfrm>
      </p:grpSpPr>
      <p:sp>
        <p:nvSpPr>
          <p:cNvPr id="5" name="Picture Placeholder 3"/>
          <p:cNvSpPr>
            <a:spLocks noGrp="1"/>
          </p:cNvSpPr>
          <p:nvPr>
            <p:ph type="pic" sz="quarter" idx="12"/>
          </p:nvPr>
        </p:nvSpPr>
        <p:spPr>
          <a:xfrm>
            <a:off x="1524000" y="1341120"/>
            <a:ext cx="2286000" cy="4572000"/>
          </a:xfrm>
          <a:prstGeom prst="rect">
            <a:avLst/>
          </a:prstGeom>
          <a:ln w="38100">
            <a:solidFill>
              <a:schemeClr val="bg1"/>
            </a:solidFill>
          </a:ln>
        </p:spPr>
        <p:txBody>
          <a:bodyPr lIns="45720" tIns="22860" rIns="45720" bIns="22860"/>
          <a:lstStyle>
            <a:lvl1pPr>
              <a:defRPr sz="1333"/>
            </a:lvl1pPr>
          </a:lstStyle>
          <a:p>
            <a:r>
              <a:rPr lang="en-US" dirty="0"/>
              <a:t>Click icon to add picture</a:t>
            </a:r>
            <a:endParaRPr lang="uk-UA"/>
          </a:p>
        </p:txBody>
      </p:sp>
      <p:sp>
        <p:nvSpPr>
          <p:cNvPr id="12" name="Picture Placeholder 3"/>
          <p:cNvSpPr>
            <a:spLocks noGrp="1"/>
          </p:cNvSpPr>
          <p:nvPr>
            <p:ph type="pic" sz="quarter" idx="13"/>
          </p:nvPr>
        </p:nvSpPr>
        <p:spPr>
          <a:xfrm>
            <a:off x="3810000" y="1341120"/>
            <a:ext cx="4572000" cy="2286000"/>
          </a:xfrm>
          <a:prstGeom prst="rect">
            <a:avLst/>
          </a:prstGeom>
          <a:ln w="38100">
            <a:solidFill>
              <a:schemeClr val="bg1"/>
            </a:solidFill>
          </a:ln>
        </p:spPr>
        <p:txBody>
          <a:bodyPr lIns="45720" tIns="22860" rIns="45720" bIns="22860"/>
          <a:lstStyle>
            <a:lvl1pPr>
              <a:defRPr sz="1333"/>
            </a:lvl1pPr>
          </a:lstStyle>
          <a:p>
            <a:r>
              <a:rPr lang="en-US" dirty="0"/>
              <a:t>Click icon to add picture</a:t>
            </a:r>
            <a:endParaRPr lang="uk-UA"/>
          </a:p>
        </p:txBody>
      </p:sp>
      <p:sp>
        <p:nvSpPr>
          <p:cNvPr id="14" name="Picture Placeholder 3"/>
          <p:cNvSpPr>
            <a:spLocks noGrp="1"/>
          </p:cNvSpPr>
          <p:nvPr>
            <p:ph type="pic" sz="quarter" idx="15"/>
          </p:nvPr>
        </p:nvSpPr>
        <p:spPr>
          <a:xfrm>
            <a:off x="8382000" y="1341120"/>
            <a:ext cx="2286000" cy="2286000"/>
          </a:xfrm>
          <a:prstGeom prst="rect">
            <a:avLst/>
          </a:prstGeom>
          <a:ln w="38100">
            <a:solidFill>
              <a:schemeClr val="bg1"/>
            </a:solidFill>
          </a:ln>
        </p:spPr>
        <p:txBody>
          <a:bodyPr lIns="45720" tIns="22860" rIns="45720" bIns="22860"/>
          <a:lstStyle>
            <a:lvl1pPr>
              <a:defRPr sz="1333"/>
            </a:lvl1pPr>
          </a:lstStyle>
          <a:p>
            <a:r>
              <a:rPr lang="en-US" dirty="0"/>
              <a:t>Click icon to add picture</a:t>
            </a:r>
            <a:endParaRPr lang="uk-UA"/>
          </a:p>
        </p:txBody>
      </p:sp>
      <p:sp>
        <p:nvSpPr>
          <p:cNvPr id="16" name="Picture Placeholder 3"/>
          <p:cNvSpPr>
            <a:spLocks noGrp="1"/>
          </p:cNvSpPr>
          <p:nvPr>
            <p:ph type="pic" sz="quarter" idx="17"/>
          </p:nvPr>
        </p:nvSpPr>
        <p:spPr>
          <a:xfrm>
            <a:off x="3810000" y="3627120"/>
            <a:ext cx="2286000" cy="2286000"/>
          </a:xfrm>
          <a:prstGeom prst="rect">
            <a:avLst/>
          </a:prstGeom>
          <a:ln w="38100">
            <a:solidFill>
              <a:schemeClr val="bg1"/>
            </a:solidFill>
          </a:ln>
        </p:spPr>
        <p:txBody>
          <a:bodyPr lIns="45720" tIns="22860" rIns="45720" bIns="22860"/>
          <a:lstStyle>
            <a:lvl1pPr>
              <a:defRPr sz="1333"/>
            </a:lvl1pPr>
          </a:lstStyle>
          <a:p>
            <a:r>
              <a:rPr lang="en-US" dirty="0"/>
              <a:t>Click icon to add picture</a:t>
            </a:r>
            <a:endParaRPr lang="uk-UA"/>
          </a:p>
        </p:txBody>
      </p:sp>
      <p:sp>
        <p:nvSpPr>
          <p:cNvPr id="17" name="Picture Placeholder 3"/>
          <p:cNvSpPr>
            <a:spLocks noGrp="1"/>
          </p:cNvSpPr>
          <p:nvPr>
            <p:ph type="pic" sz="quarter" idx="18"/>
          </p:nvPr>
        </p:nvSpPr>
        <p:spPr>
          <a:xfrm>
            <a:off x="6096000" y="3627120"/>
            <a:ext cx="4572000" cy="2286000"/>
          </a:xfrm>
          <a:prstGeom prst="rect">
            <a:avLst/>
          </a:prstGeom>
          <a:ln w="38100">
            <a:solidFill>
              <a:schemeClr val="bg1"/>
            </a:solidFill>
          </a:ln>
        </p:spPr>
        <p:txBody>
          <a:bodyPr lIns="45720" tIns="22860" rIns="45720" bIns="22860"/>
          <a:lstStyle>
            <a:lvl1pPr>
              <a:defRPr sz="1333"/>
            </a:lvl1pPr>
          </a:lstStyle>
          <a:p>
            <a:r>
              <a:rPr lang="en-US" dirty="0"/>
              <a:t>Click icon to add picture</a:t>
            </a:r>
            <a:endParaRPr lang="uk-UA"/>
          </a:p>
        </p:txBody>
      </p:sp>
      <p:sp>
        <p:nvSpPr>
          <p:cNvPr id="11" name="Slide Number Placeholder 4"/>
          <p:cNvSpPr>
            <a:spLocks noGrp="1"/>
          </p:cNvSpPr>
          <p:nvPr>
            <p:ph type="sldNum" sz="quarter" idx="4"/>
          </p:nvPr>
        </p:nvSpPr>
        <p:spPr>
          <a:xfrm>
            <a:off x="11331131" y="315837"/>
            <a:ext cx="556069" cy="471563"/>
          </a:xfrm>
          <a:prstGeom prst="rect">
            <a:avLst/>
          </a:prstGeom>
        </p:spPr>
        <p:txBody>
          <a:bodyPr/>
          <a:lstStyle>
            <a:lvl1pPr algn="ctr">
              <a:defRPr sz="1800">
                <a:solidFill>
                  <a:schemeClr val="bg1"/>
                </a:solidFill>
              </a:defRPr>
            </a:lvl1pPr>
          </a:lstStyle>
          <a:p>
            <a:fld id="{5DE872C3-2ED1-43FB-B3C4-BA6F078D7CD3}" type="slidenum">
              <a:rPr lang="en-US" smtClean="0">
                <a:solidFill>
                  <a:prstClr val="white"/>
                </a:solidFill>
              </a:rPr>
              <a:pPr/>
              <a:t>‹#›</a:t>
            </a:fld>
            <a:endParaRPr lang="en-US" dirty="0">
              <a:solidFill>
                <a:prstClr val="white"/>
              </a:solidFill>
            </a:endParaRPr>
          </a:p>
        </p:txBody>
      </p:sp>
      <p:sp>
        <p:nvSpPr>
          <p:cNvPr id="13" name="Title 3"/>
          <p:cNvSpPr>
            <a:spLocks noGrp="1"/>
          </p:cNvSpPr>
          <p:nvPr>
            <p:ph type="title"/>
          </p:nvPr>
        </p:nvSpPr>
        <p:spPr>
          <a:xfrm>
            <a:off x="838200" y="229851"/>
            <a:ext cx="10515600" cy="530528"/>
          </a:xfrm>
          <a:prstGeom prst="rect">
            <a:avLst/>
          </a:prstGeom>
        </p:spPr>
        <p:txBody>
          <a:bodyPr lIns="45720" tIns="22860" rIns="45720" bIns="22860"/>
          <a:lstStyle>
            <a:lvl1pPr algn="l">
              <a:defRPr sz="4267" b="1">
                <a:latin typeface="微软雅黑" panose="020B0503020204020204" pitchFamily="34" charset="-122"/>
                <a:ea typeface="微软雅黑" panose="020B0503020204020204" pitchFamily="34" charset="-122"/>
              </a:defRPr>
            </a:lvl1pPr>
          </a:lstStyle>
          <a:p>
            <a:r>
              <a:rPr lang="en-US" altLang="zh-CN" dirty="0"/>
              <a:t>Click to edit Master title style</a:t>
            </a:r>
            <a:endParaRPr lang="uk-UA" dirty="0"/>
          </a:p>
        </p:txBody>
      </p:sp>
    </p:spTree>
    <p:extLst>
      <p:ext uri="{BB962C8B-B14F-4D97-AF65-F5344CB8AC3E}">
        <p14:creationId xmlns:p14="http://schemas.microsoft.com/office/powerpoint/2010/main" val="3088870143"/>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ORTFOLIO 2">
    <p:spTree>
      <p:nvGrpSpPr>
        <p:cNvPr id="1" name=""/>
        <p:cNvGrpSpPr/>
        <p:nvPr/>
      </p:nvGrpSpPr>
      <p:grpSpPr>
        <a:xfrm>
          <a:off x="0" y="0"/>
          <a:ext cx="0" cy="0"/>
          <a:chOff x="0" y="0"/>
          <a:chExt cx="0" cy="0"/>
        </a:xfrm>
      </p:grpSpPr>
      <p:sp>
        <p:nvSpPr>
          <p:cNvPr id="3" name="Picture Placeholder 2"/>
          <p:cNvSpPr>
            <a:spLocks noGrp="1"/>
          </p:cNvSpPr>
          <p:nvPr>
            <p:ph type="pic" sz="quarter" idx="12"/>
          </p:nvPr>
        </p:nvSpPr>
        <p:spPr>
          <a:xfrm>
            <a:off x="7225157" y="1594192"/>
            <a:ext cx="4307664" cy="4307664"/>
          </a:xfrm>
          <a:prstGeom prst="diamond">
            <a:avLst/>
          </a:prstGeom>
        </p:spPr>
        <p:txBody>
          <a:bodyPr lIns="45720" tIns="22860" rIns="45720" bIns="22860"/>
          <a:lstStyle>
            <a:lvl1pPr>
              <a:defRPr sz="1333"/>
            </a:lvl1pPr>
          </a:lstStyle>
          <a:p>
            <a:r>
              <a:rPr lang="en-US" dirty="0"/>
              <a:t>Click icon to add picture</a:t>
            </a:r>
            <a:endParaRPr lang="uk-UA"/>
          </a:p>
        </p:txBody>
      </p:sp>
      <p:sp>
        <p:nvSpPr>
          <p:cNvPr id="15" name="Picture Placeholder 2"/>
          <p:cNvSpPr>
            <a:spLocks noGrp="1"/>
          </p:cNvSpPr>
          <p:nvPr>
            <p:ph type="pic" sz="quarter" idx="13"/>
          </p:nvPr>
        </p:nvSpPr>
        <p:spPr>
          <a:xfrm>
            <a:off x="2898016" y="2669032"/>
            <a:ext cx="2157984" cy="2157984"/>
          </a:xfrm>
          <a:prstGeom prst="diamond">
            <a:avLst/>
          </a:prstGeom>
        </p:spPr>
        <p:txBody>
          <a:bodyPr lIns="45720" tIns="22860" rIns="45720" bIns="22860"/>
          <a:lstStyle>
            <a:lvl1pPr>
              <a:defRPr sz="1333"/>
            </a:lvl1pPr>
          </a:lstStyle>
          <a:p>
            <a:r>
              <a:rPr lang="en-US" dirty="0"/>
              <a:t>Click icon to add picture</a:t>
            </a:r>
            <a:endParaRPr lang="uk-UA"/>
          </a:p>
        </p:txBody>
      </p:sp>
      <p:sp>
        <p:nvSpPr>
          <p:cNvPr id="16" name="Picture Placeholder 2"/>
          <p:cNvSpPr>
            <a:spLocks noGrp="1"/>
          </p:cNvSpPr>
          <p:nvPr>
            <p:ph type="pic" sz="quarter" idx="14"/>
          </p:nvPr>
        </p:nvSpPr>
        <p:spPr>
          <a:xfrm>
            <a:off x="5061587" y="2669032"/>
            <a:ext cx="2157984" cy="2157984"/>
          </a:xfrm>
          <a:prstGeom prst="diamond">
            <a:avLst/>
          </a:prstGeom>
        </p:spPr>
        <p:txBody>
          <a:bodyPr lIns="45720" tIns="22860" rIns="45720" bIns="22860"/>
          <a:lstStyle>
            <a:lvl1pPr>
              <a:defRPr sz="1333"/>
            </a:lvl1pPr>
          </a:lstStyle>
          <a:p>
            <a:r>
              <a:rPr lang="en-US" dirty="0"/>
              <a:t>Click icon to add picture</a:t>
            </a:r>
            <a:endParaRPr lang="uk-UA"/>
          </a:p>
        </p:txBody>
      </p:sp>
      <p:sp>
        <p:nvSpPr>
          <p:cNvPr id="8" name="Picture Placeholder 2"/>
          <p:cNvSpPr>
            <a:spLocks noGrp="1"/>
          </p:cNvSpPr>
          <p:nvPr>
            <p:ph type="pic" sz="quarter" idx="15"/>
          </p:nvPr>
        </p:nvSpPr>
        <p:spPr>
          <a:xfrm>
            <a:off x="742188" y="2669032"/>
            <a:ext cx="2157984" cy="2157984"/>
          </a:xfrm>
          <a:prstGeom prst="diamond">
            <a:avLst/>
          </a:prstGeom>
        </p:spPr>
        <p:txBody>
          <a:bodyPr lIns="45720" tIns="22860" rIns="45720" bIns="22860"/>
          <a:lstStyle>
            <a:lvl1pPr>
              <a:defRPr sz="1333"/>
            </a:lvl1pPr>
          </a:lstStyle>
          <a:p>
            <a:r>
              <a:rPr lang="en-US" dirty="0"/>
              <a:t>Click icon to add picture</a:t>
            </a:r>
            <a:endParaRPr lang="uk-UA"/>
          </a:p>
        </p:txBody>
      </p:sp>
      <p:sp>
        <p:nvSpPr>
          <p:cNvPr id="9" name="Picture Placeholder 2"/>
          <p:cNvSpPr>
            <a:spLocks noGrp="1"/>
          </p:cNvSpPr>
          <p:nvPr>
            <p:ph type="pic" sz="quarter" idx="16"/>
          </p:nvPr>
        </p:nvSpPr>
        <p:spPr>
          <a:xfrm>
            <a:off x="3979164" y="3748024"/>
            <a:ext cx="2157984" cy="2157984"/>
          </a:xfrm>
          <a:prstGeom prst="diamond">
            <a:avLst/>
          </a:prstGeom>
        </p:spPr>
        <p:txBody>
          <a:bodyPr lIns="45720" tIns="22860" rIns="45720" bIns="22860"/>
          <a:lstStyle>
            <a:lvl1pPr>
              <a:defRPr sz="1333"/>
            </a:lvl1pPr>
          </a:lstStyle>
          <a:p>
            <a:r>
              <a:rPr lang="en-US" dirty="0"/>
              <a:t>Click icon to add picture</a:t>
            </a:r>
            <a:endParaRPr lang="uk-UA"/>
          </a:p>
        </p:txBody>
      </p:sp>
      <p:sp>
        <p:nvSpPr>
          <p:cNvPr id="11" name="Slide Number Placeholder 4"/>
          <p:cNvSpPr>
            <a:spLocks noGrp="1"/>
          </p:cNvSpPr>
          <p:nvPr>
            <p:ph type="sldNum" sz="quarter" idx="4"/>
          </p:nvPr>
        </p:nvSpPr>
        <p:spPr>
          <a:xfrm>
            <a:off x="11331131" y="315837"/>
            <a:ext cx="556069" cy="471563"/>
          </a:xfrm>
          <a:prstGeom prst="rect">
            <a:avLst/>
          </a:prstGeom>
        </p:spPr>
        <p:txBody>
          <a:bodyPr/>
          <a:lstStyle>
            <a:lvl1pPr algn="ctr">
              <a:defRPr sz="1800">
                <a:solidFill>
                  <a:schemeClr val="bg1"/>
                </a:solidFill>
              </a:defRPr>
            </a:lvl1pPr>
          </a:lstStyle>
          <a:p>
            <a:fld id="{5DE872C3-2ED1-43FB-B3C4-BA6F078D7CD3}" type="slidenum">
              <a:rPr lang="en-US" smtClean="0">
                <a:solidFill>
                  <a:prstClr val="white"/>
                </a:solidFill>
              </a:rPr>
              <a:pPr/>
              <a:t>‹#›</a:t>
            </a:fld>
            <a:endParaRPr lang="en-US" dirty="0">
              <a:solidFill>
                <a:prstClr val="white"/>
              </a:solidFill>
            </a:endParaRPr>
          </a:p>
        </p:txBody>
      </p:sp>
      <p:sp>
        <p:nvSpPr>
          <p:cNvPr id="12" name="Title 3"/>
          <p:cNvSpPr>
            <a:spLocks noGrp="1"/>
          </p:cNvSpPr>
          <p:nvPr>
            <p:ph type="title"/>
          </p:nvPr>
        </p:nvSpPr>
        <p:spPr>
          <a:xfrm>
            <a:off x="838200" y="229851"/>
            <a:ext cx="10515600" cy="530528"/>
          </a:xfrm>
          <a:prstGeom prst="rect">
            <a:avLst/>
          </a:prstGeom>
        </p:spPr>
        <p:txBody>
          <a:bodyPr lIns="45720" tIns="22860" rIns="45720" bIns="22860"/>
          <a:lstStyle>
            <a:lvl1pPr algn="l">
              <a:defRPr sz="4267" b="1">
                <a:latin typeface="微软雅黑" panose="020B0503020204020204" pitchFamily="34" charset="-122"/>
                <a:ea typeface="微软雅黑" panose="020B0503020204020204" pitchFamily="34" charset="-122"/>
              </a:defRPr>
            </a:lvl1pPr>
          </a:lstStyle>
          <a:p>
            <a:r>
              <a:rPr lang="en-US" altLang="zh-CN" dirty="0"/>
              <a:t>Click to edit Master title style</a:t>
            </a:r>
            <a:endParaRPr lang="uk-UA" dirty="0"/>
          </a:p>
        </p:txBody>
      </p:sp>
    </p:spTree>
    <p:extLst>
      <p:ext uri="{BB962C8B-B14F-4D97-AF65-F5344CB8AC3E}">
        <p14:creationId xmlns:p14="http://schemas.microsoft.com/office/powerpoint/2010/main" val="250436048"/>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ORTFOLIO 4">
    <p:spTree>
      <p:nvGrpSpPr>
        <p:cNvPr id="1" name=""/>
        <p:cNvGrpSpPr/>
        <p:nvPr/>
      </p:nvGrpSpPr>
      <p:grpSpPr>
        <a:xfrm>
          <a:off x="0" y="0"/>
          <a:ext cx="0" cy="0"/>
          <a:chOff x="0" y="0"/>
          <a:chExt cx="0" cy="0"/>
        </a:xfrm>
      </p:grpSpPr>
      <p:sp>
        <p:nvSpPr>
          <p:cNvPr id="5" name="Picture Placeholder 3"/>
          <p:cNvSpPr>
            <a:spLocks noGrp="1"/>
          </p:cNvSpPr>
          <p:nvPr>
            <p:ph type="pic" sz="quarter" idx="12"/>
          </p:nvPr>
        </p:nvSpPr>
        <p:spPr>
          <a:xfrm>
            <a:off x="1524000" y="1341120"/>
            <a:ext cx="2286000" cy="2286000"/>
          </a:xfrm>
          <a:prstGeom prst="rect">
            <a:avLst/>
          </a:prstGeom>
        </p:spPr>
        <p:txBody>
          <a:bodyPr lIns="45720" tIns="22860" rIns="45720" bIns="22860"/>
          <a:lstStyle>
            <a:lvl1pPr>
              <a:defRPr sz="1333"/>
            </a:lvl1pPr>
          </a:lstStyle>
          <a:p>
            <a:r>
              <a:rPr lang="en-US" dirty="0"/>
              <a:t>Click icon to add picture</a:t>
            </a:r>
            <a:endParaRPr lang="uk-UA"/>
          </a:p>
        </p:txBody>
      </p:sp>
      <p:sp>
        <p:nvSpPr>
          <p:cNvPr id="13" name="Picture Placeholder 3"/>
          <p:cNvSpPr>
            <a:spLocks noGrp="1"/>
          </p:cNvSpPr>
          <p:nvPr>
            <p:ph type="pic" sz="quarter" idx="14"/>
          </p:nvPr>
        </p:nvSpPr>
        <p:spPr>
          <a:xfrm>
            <a:off x="6096000" y="1341120"/>
            <a:ext cx="2286000" cy="2286000"/>
          </a:xfrm>
          <a:prstGeom prst="rect">
            <a:avLst/>
          </a:prstGeom>
        </p:spPr>
        <p:txBody>
          <a:bodyPr lIns="45720" tIns="22860" rIns="45720" bIns="22860"/>
          <a:lstStyle>
            <a:lvl1pPr>
              <a:defRPr sz="1333"/>
            </a:lvl1pPr>
          </a:lstStyle>
          <a:p>
            <a:r>
              <a:rPr lang="en-US" dirty="0"/>
              <a:t>Click icon to add picture</a:t>
            </a:r>
            <a:endParaRPr lang="uk-UA"/>
          </a:p>
        </p:txBody>
      </p:sp>
      <p:sp>
        <p:nvSpPr>
          <p:cNvPr id="15" name="Picture Placeholder 3"/>
          <p:cNvSpPr>
            <a:spLocks noGrp="1"/>
          </p:cNvSpPr>
          <p:nvPr>
            <p:ph type="pic" sz="quarter" idx="16"/>
          </p:nvPr>
        </p:nvSpPr>
        <p:spPr>
          <a:xfrm>
            <a:off x="1524000" y="3627120"/>
            <a:ext cx="2286000" cy="2286000"/>
          </a:xfrm>
          <a:prstGeom prst="rect">
            <a:avLst/>
          </a:prstGeom>
        </p:spPr>
        <p:txBody>
          <a:bodyPr lIns="45720" tIns="22860" rIns="45720" bIns="22860"/>
          <a:lstStyle>
            <a:lvl1pPr>
              <a:defRPr sz="1333"/>
            </a:lvl1pPr>
          </a:lstStyle>
          <a:p>
            <a:r>
              <a:rPr lang="en-US" dirty="0"/>
              <a:t>Click icon to add picture</a:t>
            </a:r>
            <a:endParaRPr lang="uk-UA"/>
          </a:p>
        </p:txBody>
      </p:sp>
      <p:sp>
        <p:nvSpPr>
          <p:cNvPr id="17" name="Picture Placeholder 3"/>
          <p:cNvSpPr>
            <a:spLocks noGrp="1"/>
          </p:cNvSpPr>
          <p:nvPr>
            <p:ph type="pic" sz="quarter" idx="18"/>
          </p:nvPr>
        </p:nvSpPr>
        <p:spPr>
          <a:xfrm>
            <a:off x="6096000" y="3627120"/>
            <a:ext cx="2286000" cy="2286000"/>
          </a:xfrm>
          <a:prstGeom prst="rect">
            <a:avLst/>
          </a:prstGeom>
        </p:spPr>
        <p:txBody>
          <a:bodyPr lIns="45720" tIns="22860" rIns="45720" bIns="22860"/>
          <a:lstStyle>
            <a:lvl1pPr>
              <a:defRPr sz="1333"/>
            </a:lvl1pPr>
          </a:lstStyle>
          <a:p>
            <a:r>
              <a:rPr lang="en-US" dirty="0"/>
              <a:t>Click icon to add picture</a:t>
            </a:r>
            <a:endParaRPr lang="uk-UA"/>
          </a:p>
        </p:txBody>
      </p:sp>
      <p:sp>
        <p:nvSpPr>
          <p:cNvPr id="9" name="Title 3"/>
          <p:cNvSpPr>
            <a:spLocks noGrp="1"/>
          </p:cNvSpPr>
          <p:nvPr>
            <p:ph type="title"/>
          </p:nvPr>
        </p:nvSpPr>
        <p:spPr>
          <a:xfrm>
            <a:off x="838200" y="229851"/>
            <a:ext cx="10515600" cy="530528"/>
          </a:xfrm>
          <a:prstGeom prst="rect">
            <a:avLst/>
          </a:prstGeom>
        </p:spPr>
        <p:txBody>
          <a:bodyPr lIns="45720" tIns="22860" rIns="45720" bIns="22860"/>
          <a:lstStyle>
            <a:lvl1pPr algn="l">
              <a:defRPr sz="4267" b="1">
                <a:latin typeface="微软雅黑" panose="020B0503020204020204" pitchFamily="34" charset="-122"/>
                <a:ea typeface="微软雅黑" panose="020B0503020204020204" pitchFamily="34" charset="-122"/>
              </a:defRPr>
            </a:lvl1pPr>
          </a:lstStyle>
          <a:p>
            <a:r>
              <a:rPr lang="en-US" altLang="zh-CN" dirty="0"/>
              <a:t>Click to edit Master title style</a:t>
            </a:r>
            <a:endParaRPr lang="uk-UA" dirty="0"/>
          </a:p>
        </p:txBody>
      </p:sp>
      <p:sp>
        <p:nvSpPr>
          <p:cNvPr id="10" name="Slide Number Placeholder 4"/>
          <p:cNvSpPr>
            <a:spLocks noGrp="1"/>
          </p:cNvSpPr>
          <p:nvPr>
            <p:ph type="sldNum" sz="quarter" idx="4"/>
          </p:nvPr>
        </p:nvSpPr>
        <p:spPr>
          <a:xfrm>
            <a:off x="11331131" y="315837"/>
            <a:ext cx="556069" cy="471563"/>
          </a:xfrm>
          <a:prstGeom prst="rect">
            <a:avLst/>
          </a:prstGeom>
        </p:spPr>
        <p:txBody>
          <a:bodyPr/>
          <a:lstStyle>
            <a:lvl1pPr algn="ctr">
              <a:defRPr sz="1800">
                <a:solidFill>
                  <a:schemeClr val="bg1"/>
                </a:solidFill>
              </a:defRPr>
            </a:lvl1pPr>
          </a:lstStyle>
          <a:p>
            <a:fld id="{5DE872C3-2ED1-43FB-B3C4-BA6F078D7CD3}" type="slidenum">
              <a:rPr lang="en-US" smtClean="0">
                <a:solidFill>
                  <a:prstClr val="white"/>
                </a:solidFill>
              </a:rPr>
              <a:pPr/>
              <a:t>‹#›</a:t>
            </a:fld>
            <a:endParaRPr lang="en-US" dirty="0">
              <a:solidFill>
                <a:prstClr val="white"/>
              </a:solidFill>
            </a:endParaRPr>
          </a:p>
        </p:txBody>
      </p:sp>
    </p:spTree>
    <p:extLst>
      <p:ext uri="{BB962C8B-B14F-4D97-AF65-F5344CB8AC3E}">
        <p14:creationId xmlns:p14="http://schemas.microsoft.com/office/powerpoint/2010/main" val="1684125477"/>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ORTFOLIO 5">
    <p:spTree>
      <p:nvGrpSpPr>
        <p:cNvPr id="1" name=""/>
        <p:cNvGrpSpPr/>
        <p:nvPr/>
      </p:nvGrpSpPr>
      <p:grpSpPr>
        <a:xfrm>
          <a:off x="0" y="0"/>
          <a:ext cx="0" cy="0"/>
          <a:chOff x="0" y="0"/>
          <a:chExt cx="0" cy="0"/>
        </a:xfrm>
      </p:grpSpPr>
      <p:sp>
        <p:nvSpPr>
          <p:cNvPr id="12" name="Picture Placeholder 3"/>
          <p:cNvSpPr>
            <a:spLocks noGrp="1"/>
          </p:cNvSpPr>
          <p:nvPr>
            <p:ph type="pic" sz="quarter" idx="13"/>
          </p:nvPr>
        </p:nvSpPr>
        <p:spPr>
          <a:xfrm>
            <a:off x="3810000" y="1341120"/>
            <a:ext cx="2286000" cy="2286000"/>
          </a:xfrm>
          <a:prstGeom prst="rect">
            <a:avLst/>
          </a:prstGeom>
        </p:spPr>
        <p:txBody>
          <a:bodyPr lIns="45720" tIns="22860" rIns="45720" bIns="22860"/>
          <a:lstStyle>
            <a:lvl1pPr>
              <a:defRPr sz="1333"/>
            </a:lvl1pPr>
          </a:lstStyle>
          <a:p>
            <a:r>
              <a:rPr lang="en-US" dirty="0"/>
              <a:t>Click icon to add picture</a:t>
            </a:r>
            <a:endParaRPr lang="uk-UA"/>
          </a:p>
        </p:txBody>
      </p:sp>
      <p:sp>
        <p:nvSpPr>
          <p:cNvPr id="13" name="Picture Placeholder 3"/>
          <p:cNvSpPr>
            <a:spLocks noGrp="1"/>
          </p:cNvSpPr>
          <p:nvPr>
            <p:ph type="pic" sz="quarter" idx="14"/>
          </p:nvPr>
        </p:nvSpPr>
        <p:spPr>
          <a:xfrm>
            <a:off x="6096000" y="1341120"/>
            <a:ext cx="4572000" cy="4572000"/>
          </a:xfrm>
          <a:prstGeom prst="rect">
            <a:avLst/>
          </a:prstGeom>
        </p:spPr>
        <p:txBody>
          <a:bodyPr lIns="45720" tIns="22860" rIns="45720" bIns="22860"/>
          <a:lstStyle>
            <a:lvl1pPr>
              <a:defRPr sz="1333"/>
            </a:lvl1pPr>
          </a:lstStyle>
          <a:p>
            <a:r>
              <a:rPr lang="en-US" dirty="0"/>
              <a:t>Click icon to add picture</a:t>
            </a:r>
            <a:endParaRPr lang="uk-UA"/>
          </a:p>
        </p:txBody>
      </p:sp>
      <p:sp>
        <p:nvSpPr>
          <p:cNvPr id="15" name="Picture Placeholder 3"/>
          <p:cNvSpPr>
            <a:spLocks noGrp="1"/>
          </p:cNvSpPr>
          <p:nvPr>
            <p:ph type="pic" sz="quarter" idx="16"/>
          </p:nvPr>
        </p:nvSpPr>
        <p:spPr>
          <a:xfrm>
            <a:off x="1524000" y="3627120"/>
            <a:ext cx="2286000" cy="2286000"/>
          </a:xfrm>
          <a:prstGeom prst="rect">
            <a:avLst/>
          </a:prstGeom>
        </p:spPr>
        <p:txBody>
          <a:bodyPr lIns="45720" tIns="22860" rIns="45720" bIns="22860"/>
          <a:lstStyle>
            <a:lvl1pPr>
              <a:defRPr sz="1333"/>
            </a:lvl1pPr>
          </a:lstStyle>
          <a:p>
            <a:r>
              <a:rPr lang="en-US" dirty="0"/>
              <a:t>Click icon to add picture</a:t>
            </a:r>
            <a:endParaRPr lang="uk-UA"/>
          </a:p>
        </p:txBody>
      </p:sp>
      <p:sp>
        <p:nvSpPr>
          <p:cNvPr id="9" name="Slide Number Placeholder 4"/>
          <p:cNvSpPr>
            <a:spLocks noGrp="1"/>
          </p:cNvSpPr>
          <p:nvPr>
            <p:ph type="sldNum" sz="quarter" idx="4"/>
          </p:nvPr>
        </p:nvSpPr>
        <p:spPr>
          <a:xfrm>
            <a:off x="11331131" y="315837"/>
            <a:ext cx="556069" cy="471563"/>
          </a:xfrm>
          <a:prstGeom prst="rect">
            <a:avLst/>
          </a:prstGeom>
        </p:spPr>
        <p:txBody>
          <a:bodyPr/>
          <a:lstStyle>
            <a:lvl1pPr algn="ctr">
              <a:defRPr sz="1800">
                <a:solidFill>
                  <a:schemeClr val="bg1"/>
                </a:solidFill>
              </a:defRPr>
            </a:lvl1pPr>
          </a:lstStyle>
          <a:p>
            <a:fld id="{5DE872C3-2ED1-43FB-B3C4-BA6F078D7CD3}" type="slidenum">
              <a:rPr lang="en-US" smtClean="0">
                <a:solidFill>
                  <a:prstClr val="white"/>
                </a:solidFill>
              </a:rPr>
              <a:pPr/>
              <a:t>‹#›</a:t>
            </a:fld>
            <a:endParaRPr lang="en-US" dirty="0">
              <a:solidFill>
                <a:prstClr val="white"/>
              </a:solidFill>
            </a:endParaRPr>
          </a:p>
        </p:txBody>
      </p:sp>
      <p:sp>
        <p:nvSpPr>
          <p:cNvPr id="10" name="Title 3"/>
          <p:cNvSpPr>
            <a:spLocks noGrp="1"/>
          </p:cNvSpPr>
          <p:nvPr>
            <p:ph type="title"/>
          </p:nvPr>
        </p:nvSpPr>
        <p:spPr>
          <a:xfrm>
            <a:off x="838200" y="229851"/>
            <a:ext cx="10515600" cy="530528"/>
          </a:xfrm>
          <a:prstGeom prst="rect">
            <a:avLst/>
          </a:prstGeom>
        </p:spPr>
        <p:txBody>
          <a:bodyPr lIns="45720" tIns="22860" rIns="45720" bIns="22860"/>
          <a:lstStyle>
            <a:lvl1pPr algn="l">
              <a:defRPr sz="4267" b="1">
                <a:latin typeface="微软雅黑" panose="020B0503020204020204" pitchFamily="34" charset="-122"/>
                <a:ea typeface="微软雅黑" panose="020B0503020204020204" pitchFamily="34" charset="-122"/>
              </a:defRPr>
            </a:lvl1pPr>
          </a:lstStyle>
          <a:p>
            <a:r>
              <a:rPr lang="en-US" altLang="zh-CN" dirty="0"/>
              <a:t>Click to edit Master title style</a:t>
            </a:r>
            <a:endParaRPr lang="uk-UA" dirty="0"/>
          </a:p>
        </p:txBody>
      </p:sp>
    </p:spTree>
    <p:extLst>
      <p:ext uri="{BB962C8B-B14F-4D97-AF65-F5344CB8AC3E}">
        <p14:creationId xmlns:p14="http://schemas.microsoft.com/office/powerpoint/2010/main" val="3327989553"/>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ORTFOLIO 6">
    <p:spTree>
      <p:nvGrpSpPr>
        <p:cNvPr id="1" name=""/>
        <p:cNvGrpSpPr/>
        <p:nvPr/>
      </p:nvGrpSpPr>
      <p:grpSpPr>
        <a:xfrm>
          <a:off x="0" y="0"/>
          <a:ext cx="0" cy="0"/>
          <a:chOff x="0" y="0"/>
          <a:chExt cx="0" cy="0"/>
        </a:xfrm>
      </p:grpSpPr>
      <p:sp>
        <p:nvSpPr>
          <p:cNvPr id="5" name="Picture Placeholder 3"/>
          <p:cNvSpPr>
            <a:spLocks noGrp="1"/>
          </p:cNvSpPr>
          <p:nvPr>
            <p:ph type="pic" sz="quarter" idx="13"/>
          </p:nvPr>
        </p:nvSpPr>
        <p:spPr>
          <a:xfrm>
            <a:off x="853440" y="1341120"/>
            <a:ext cx="1524000" cy="1524000"/>
          </a:xfrm>
          <a:prstGeom prst="rect">
            <a:avLst/>
          </a:prstGeom>
        </p:spPr>
        <p:txBody>
          <a:bodyPr lIns="45720" tIns="22860" rIns="45720" bIns="22860"/>
          <a:lstStyle>
            <a:lvl1pPr>
              <a:defRPr sz="1333"/>
            </a:lvl1pPr>
          </a:lstStyle>
          <a:p>
            <a:r>
              <a:rPr lang="en-US" dirty="0"/>
              <a:t>Click icon to add picture</a:t>
            </a:r>
            <a:endParaRPr lang="uk-UA"/>
          </a:p>
        </p:txBody>
      </p:sp>
      <p:sp>
        <p:nvSpPr>
          <p:cNvPr id="10" name="Picture Placeholder 3"/>
          <p:cNvSpPr>
            <a:spLocks noGrp="1"/>
          </p:cNvSpPr>
          <p:nvPr>
            <p:ph type="pic" sz="quarter" idx="14"/>
          </p:nvPr>
        </p:nvSpPr>
        <p:spPr>
          <a:xfrm>
            <a:off x="2377440" y="1341120"/>
            <a:ext cx="1524000" cy="1524000"/>
          </a:xfrm>
          <a:prstGeom prst="rect">
            <a:avLst/>
          </a:prstGeom>
        </p:spPr>
        <p:txBody>
          <a:bodyPr lIns="45720" tIns="22860" rIns="45720" bIns="22860"/>
          <a:lstStyle>
            <a:lvl1pPr>
              <a:defRPr sz="1333"/>
            </a:lvl1pPr>
          </a:lstStyle>
          <a:p>
            <a:r>
              <a:rPr lang="en-US" dirty="0"/>
              <a:t>Click icon to add picture</a:t>
            </a:r>
            <a:endParaRPr lang="uk-UA"/>
          </a:p>
        </p:txBody>
      </p:sp>
      <p:sp>
        <p:nvSpPr>
          <p:cNvPr id="11" name="Picture Placeholder 3"/>
          <p:cNvSpPr>
            <a:spLocks noGrp="1"/>
          </p:cNvSpPr>
          <p:nvPr>
            <p:ph type="pic" sz="quarter" idx="15"/>
          </p:nvPr>
        </p:nvSpPr>
        <p:spPr>
          <a:xfrm>
            <a:off x="3901440" y="1341120"/>
            <a:ext cx="1524000" cy="1524000"/>
          </a:xfrm>
          <a:prstGeom prst="rect">
            <a:avLst/>
          </a:prstGeom>
        </p:spPr>
        <p:txBody>
          <a:bodyPr lIns="45720" tIns="22860" rIns="45720" bIns="22860"/>
          <a:lstStyle>
            <a:lvl1pPr>
              <a:defRPr sz="1333"/>
            </a:lvl1pPr>
          </a:lstStyle>
          <a:p>
            <a:r>
              <a:rPr lang="en-US" dirty="0"/>
              <a:t>Click icon to add picture</a:t>
            </a:r>
            <a:endParaRPr lang="uk-UA"/>
          </a:p>
        </p:txBody>
      </p:sp>
      <p:sp>
        <p:nvSpPr>
          <p:cNvPr id="12" name="Picture Placeholder 3"/>
          <p:cNvSpPr>
            <a:spLocks noGrp="1"/>
          </p:cNvSpPr>
          <p:nvPr>
            <p:ph type="pic" sz="quarter" idx="16"/>
          </p:nvPr>
        </p:nvSpPr>
        <p:spPr>
          <a:xfrm>
            <a:off x="853440" y="2865120"/>
            <a:ext cx="1524000" cy="1524000"/>
          </a:xfrm>
          <a:prstGeom prst="rect">
            <a:avLst/>
          </a:prstGeom>
        </p:spPr>
        <p:txBody>
          <a:bodyPr lIns="45720" tIns="22860" rIns="45720" bIns="22860"/>
          <a:lstStyle>
            <a:lvl1pPr>
              <a:defRPr sz="1333"/>
            </a:lvl1pPr>
          </a:lstStyle>
          <a:p>
            <a:r>
              <a:rPr lang="en-US" dirty="0"/>
              <a:t>Click icon to add picture</a:t>
            </a:r>
            <a:endParaRPr lang="uk-UA"/>
          </a:p>
        </p:txBody>
      </p:sp>
      <p:sp>
        <p:nvSpPr>
          <p:cNvPr id="13" name="Picture Placeholder 3"/>
          <p:cNvSpPr>
            <a:spLocks noGrp="1"/>
          </p:cNvSpPr>
          <p:nvPr>
            <p:ph type="pic" sz="quarter" idx="17"/>
          </p:nvPr>
        </p:nvSpPr>
        <p:spPr>
          <a:xfrm>
            <a:off x="2377440" y="2865120"/>
            <a:ext cx="1524000" cy="1524000"/>
          </a:xfrm>
          <a:prstGeom prst="rect">
            <a:avLst/>
          </a:prstGeom>
        </p:spPr>
        <p:txBody>
          <a:bodyPr lIns="45720" tIns="22860" rIns="45720" bIns="22860"/>
          <a:lstStyle>
            <a:lvl1pPr>
              <a:defRPr sz="1333"/>
            </a:lvl1pPr>
          </a:lstStyle>
          <a:p>
            <a:r>
              <a:rPr lang="en-US" dirty="0"/>
              <a:t>Click icon to add picture</a:t>
            </a:r>
            <a:endParaRPr lang="uk-UA"/>
          </a:p>
        </p:txBody>
      </p:sp>
      <p:sp>
        <p:nvSpPr>
          <p:cNvPr id="14" name="Picture Placeholder 3"/>
          <p:cNvSpPr>
            <a:spLocks noGrp="1"/>
          </p:cNvSpPr>
          <p:nvPr>
            <p:ph type="pic" sz="quarter" idx="18"/>
          </p:nvPr>
        </p:nvSpPr>
        <p:spPr>
          <a:xfrm>
            <a:off x="3901440" y="2865120"/>
            <a:ext cx="1524000" cy="1524000"/>
          </a:xfrm>
          <a:prstGeom prst="rect">
            <a:avLst/>
          </a:prstGeom>
        </p:spPr>
        <p:txBody>
          <a:bodyPr lIns="45720" tIns="22860" rIns="45720" bIns="22860"/>
          <a:lstStyle>
            <a:lvl1pPr>
              <a:defRPr sz="1333"/>
            </a:lvl1pPr>
          </a:lstStyle>
          <a:p>
            <a:r>
              <a:rPr lang="en-US" dirty="0"/>
              <a:t>Click icon to add picture</a:t>
            </a:r>
            <a:endParaRPr lang="uk-UA"/>
          </a:p>
        </p:txBody>
      </p:sp>
      <p:sp>
        <p:nvSpPr>
          <p:cNvPr id="15" name="Picture Placeholder 3"/>
          <p:cNvSpPr>
            <a:spLocks noGrp="1"/>
          </p:cNvSpPr>
          <p:nvPr>
            <p:ph type="pic" sz="quarter" idx="19"/>
          </p:nvPr>
        </p:nvSpPr>
        <p:spPr>
          <a:xfrm>
            <a:off x="853440" y="4389120"/>
            <a:ext cx="1524000" cy="1524000"/>
          </a:xfrm>
          <a:prstGeom prst="rect">
            <a:avLst/>
          </a:prstGeom>
        </p:spPr>
        <p:txBody>
          <a:bodyPr lIns="45720" tIns="22860" rIns="45720" bIns="22860"/>
          <a:lstStyle>
            <a:lvl1pPr>
              <a:defRPr sz="1333"/>
            </a:lvl1pPr>
          </a:lstStyle>
          <a:p>
            <a:r>
              <a:rPr lang="en-US" dirty="0"/>
              <a:t>Click icon to add picture</a:t>
            </a:r>
            <a:endParaRPr lang="uk-UA"/>
          </a:p>
        </p:txBody>
      </p:sp>
      <p:sp>
        <p:nvSpPr>
          <p:cNvPr id="16" name="Picture Placeholder 3"/>
          <p:cNvSpPr>
            <a:spLocks noGrp="1"/>
          </p:cNvSpPr>
          <p:nvPr>
            <p:ph type="pic" sz="quarter" idx="20"/>
          </p:nvPr>
        </p:nvSpPr>
        <p:spPr>
          <a:xfrm>
            <a:off x="2377440" y="4389120"/>
            <a:ext cx="1524000" cy="1524000"/>
          </a:xfrm>
          <a:prstGeom prst="rect">
            <a:avLst/>
          </a:prstGeom>
        </p:spPr>
        <p:txBody>
          <a:bodyPr lIns="45720" tIns="22860" rIns="45720" bIns="22860"/>
          <a:lstStyle>
            <a:lvl1pPr>
              <a:defRPr sz="1333"/>
            </a:lvl1pPr>
          </a:lstStyle>
          <a:p>
            <a:r>
              <a:rPr lang="en-US" dirty="0"/>
              <a:t>Click icon to add picture</a:t>
            </a:r>
            <a:endParaRPr lang="uk-UA"/>
          </a:p>
        </p:txBody>
      </p:sp>
      <p:sp>
        <p:nvSpPr>
          <p:cNvPr id="17" name="Picture Placeholder 3"/>
          <p:cNvSpPr>
            <a:spLocks noGrp="1"/>
          </p:cNvSpPr>
          <p:nvPr>
            <p:ph type="pic" sz="quarter" idx="21"/>
          </p:nvPr>
        </p:nvSpPr>
        <p:spPr>
          <a:xfrm>
            <a:off x="3901440" y="4389120"/>
            <a:ext cx="1524000" cy="1524000"/>
          </a:xfrm>
          <a:prstGeom prst="rect">
            <a:avLst/>
          </a:prstGeom>
        </p:spPr>
        <p:txBody>
          <a:bodyPr lIns="45720" tIns="22860" rIns="45720" bIns="22860"/>
          <a:lstStyle>
            <a:lvl1pPr>
              <a:defRPr sz="1333"/>
            </a:lvl1pPr>
          </a:lstStyle>
          <a:p>
            <a:r>
              <a:rPr lang="en-US" dirty="0"/>
              <a:t>Click icon to add picture</a:t>
            </a:r>
            <a:endParaRPr lang="uk-UA"/>
          </a:p>
        </p:txBody>
      </p:sp>
      <p:sp>
        <p:nvSpPr>
          <p:cNvPr id="20" name="Title 3"/>
          <p:cNvSpPr>
            <a:spLocks noGrp="1"/>
          </p:cNvSpPr>
          <p:nvPr>
            <p:ph type="title"/>
          </p:nvPr>
        </p:nvSpPr>
        <p:spPr>
          <a:xfrm>
            <a:off x="838200" y="229851"/>
            <a:ext cx="10515600" cy="530528"/>
          </a:xfrm>
          <a:prstGeom prst="rect">
            <a:avLst/>
          </a:prstGeom>
        </p:spPr>
        <p:txBody>
          <a:bodyPr lIns="45720" tIns="22860" rIns="45720" bIns="22860"/>
          <a:lstStyle>
            <a:lvl1pPr algn="l">
              <a:defRPr sz="4267" b="1">
                <a:latin typeface="微软雅黑" panose="020B0503020204020204" pitchFamily="34" charset="-122"/>
                <a:ea typeface="微软雅黑" panose="020B0503020204020204" pitchFamily="34" charset="-122"/>
              </a:defRPr>
            </a:lvl1pPr>
          </a:lstStyle>
          <a:p>
            <a:r>
              <a:rPr lang="en-US" altLang="zh-CN" dirty="0"/>
              <a:t>Click to edit Master title style</a:t>
            </a:r>
            <a:endParaRPr lang="uk-UA" dirty="0"/>
          </a:p>
        </p:txBody>
      </p:sp>
    </p:spTree>
    <p:extLst>
      <p:ext uri="{BB962C8B-B14F-4D97-AF65-F5344CB8AC3E}">
        <p14:creationId xmlns:p14="http://schemas.microsoft.com/office/powerpoint/2010/main" val="1962771538"/>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ORTFOLIO 7">
    <p:spTree>
      <p:nvGrpSpPr>
        <p:cNvPr id="1" name=""/>
        <p:cNvGrpSpPr/>
        <p:nvPr/>
      </p:nvGrpSpPr>
      <p:grpSpPr>
        <a:xfrm>
          <a:off x="0" y="0"/>
          <a:ext cx="0" cy="0"/>
          <a:chOff x="0" y="0"/>
          <a:chExt cx="0" cy="0"/>
        </a:xfrm>
      </p:grpSpPr>
      <p:sp>
        <p:nvSpPr>
          <p:cNvPr id="5" name="Picture Placeholder 3"/>
          <p:cNvSpPr>
            <a:spLocks noGrp="1"/>
          </p:cNvSpPr>
          <p:nvPr>
            <p:ph type="pic" sz="quarter" idx="13"/>
          </p:nvPr>
        </p:nvSpPr>
        <p:spPr>
          <a:xfrm>
            <a:off x="1524000" y="3169920"/>
            <a:ext cx="1828800" cy="1828800"/>
          </a:xfrm>
          <a:prstGeom prst="rect">
            <a:avLst/>
          </a:prstGeom>
        </p:spPr>
        <p:txBody>
          <a:bodyPr lIns="45720" tIns="22860" rIns="45720" bIns="22860"/>
          <a:lstStyle>
            <a:lvl1pPr>
              <a:defRPr sz="1333"/>
            </a:lvl1pPr>
          </a:lstStyle>
          <a:p>
            <a:r>
              <a:rPr lang="en-US" dirty="0"/>
              <a:t>Click icon to add picture</a:t>
            </a:r>
            <a:endParaRPr lang="uk-UA"/>
          </a:p>
        </p:txBody>
      </p:sp>
      <p:sp>
        <p:nvSpPr>
          <p:cNvPr id="8" name="Picture Placeholder 3"/>
          <p:cNvSpPr>
            <a:spLocks noGrp="1"/>
          </p:cNvSpPr>
          <p:nvPr>
            <p:ph type="pic" sz="quarter" idx="14"/>
          </p:nvPr>
        </p:nvSpPr>
        <p:spPr>
          <a:xfrm>
            <a:off x="7010400" y="1341120"/>
            <a:ext cx="3657600" cy="3657600"/>
          </a:xfrm>
          <a:prstGeom prst="rect">
            <a:avLst/>
          </a:prstGeom>
        </p:spPr>
        <p:txBody>
          <a:bodyPr lIns="45720" tIns="22860" rIns="45720" bIns="22860"/>
          <a:lstStyle>
            <a:lvl1pPr>
              <a:defRPr sz="1333"/>
            </a:lvl1pPr>
          </a:lstStyle>
          <a:p>
            <a:r>
              <a:rPr lang="en-US" dirty="0"/>
              <a:t>Click icon to add picture</a:t>
            </a:r>
            <a:endParaRPr lang="uk-UA"/>
          </a:p>
        </p:txBody>
      </p:sp>
      <p:sp>
        <p:nvSpPr>
          <p:cNvPr id="9" name="Picture Placeholder 3"/>
          <p:cNvSpPr>
            <a:spLocks noGrp="1"/>
          </p:cNvSpPr>
          <p:nvPr>
            <p:ph type="pic" sz="quarter" idx="15"/>
          </p:nvPr>
        </p:nvSpPr>
        <p:spPr>
          <a:xfrm>
            <a:off x="3352800" y="3169920"/>
            <a:ext cx="1828800" cy="1828800"/>
          </a:xfrm>
          <a:prstGeom prst="rect">
            <a:avLst/>
          </a:prstGeom>
        </p:spPr>
        <p:txBody>
          <a:bodyPr lIns="45720" tIns="22860" rIns="45720" bIns="22860"/>
          <a:lstStyle>
            <a:lvl1pPr>
              <a:defRPr sz="1333"/>
            </a:lvl1pPr>
          </a:lstStyle>
          <a:p>
            <a:r>
              <a:rPr lang="en-US" dirty="0"/>
              <a:t>Click icon to add picture</a:t>
            </a:r>
            <a:endParaRPr lang="uk-UA"/>
          </a:p>
        </p:txBody>
      </p:sp>
      <p:sp>
        <p:nvSpPr>
          <p:cNvPr id="10" name="Picture Placeholder 3"/>
          <p:cNvSpPr>
            <a:spLocks noGrp="1"/>
          </p:cNvSpPr>
          <p:nvPr>
            <p:ph type="pic" sz="quarter" idx="16"/>
          </p:nvPr>
        </p:nvSpPr>
        <p:spPr>
          <a:xfrm>
            <a:off x="5181600" y="3169920"/>
            <a:ext cx="1828800" cy="1828800"/>
          </a:xfrm>
          <a:prstGeom prst="rect">
            <a:avLst/>
          </a:prstGeom>
        </p:spPr>
        <p:txBody>
          <a:bodyPr lIns="45720" tIns="22860" rIns="45720" bIns="22860"/>
          <a:lstStyle>
            <a:lvl1pPr>
              <a:defRPr sz="1333"/>
            </a:lvl1pPr>
          </a:lstStyle>
          <a:p>
            <a:r>
              <a:rPr lang="en-US" dirty="0"/>
              <a:t>Click icon to add picture</a:t>
            </a:r>
            <a:endParaRPr lang="uk-UA"/>
          </a:p>
        </p:txBody>
      </p:sp>
      <p:sp>
        <p:nvSpPr>
          <p:cNvPr id="13" name="Title 3"/>
          <p:cNvSpPr>
            <a:spLocks noGrp="1"/>
          </p:cNvSpPr>
          <p:nvPr>
            <p:ph type="title"/>
          </p:nvPr>
        </p:nvSpPr>
        <p:spPr>
          <a:xfrm>
            <a:off x="838200" y="229851"/>
            <a:ext cx="10515600" cy="530528"/>
          </a:xfrm>
          <a:prstGeom prst="rect">
            <a:avLst/>
          </a:prstGeom>
        </p:spPr>
        <p:txBody>
          <a:bodyPr lIns="45720" tIns="22860" rIns="45720" bIns="22860"/>
          <a:lstStyle>
            <a:lvl1pPr algn="l">
              <a:defRPr sz="4267" b="1">
                <a:latin typeface="微软雅黑" panose="020B0503020204020204" pitchFamily="34" charset="-122"/>
                <a:ea typeface="微软雅黑" panose="020B0503020204020204" pitchFamily="34" charset="-122"/>
              </a:defRPr>
            </a:lvl1pPr>
          </a:lstStyle>
          <a:p>
            <a:r>
              <a:rPr lang="en-US" altLang="zh-CN" dirty="0"/>
              <a:t>Click to edit Master title style</a:t>
            </a:r>
            <a:endParaRPr lang="uk-UA" dirty="0"/>
          </a:p>
        </p:txBody>
      </p:sp>
    </p:spTree>
    <p:extLst>
      <p:ext uri="{BB962C8B-B14F-4D97-AF65-F5344CB8AC3E}">
        <p14:creationId xmlns:p14="http://schemas.microsoft.com/office/powerpoint/2010/main" val="1546369681"/>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ORTFOLIO 8">
    <p:spTree>
      <p:nvGrpSpPr>
        <p:cNvPr id="1" name=""/>
        <p:cNvGrpSpPr/>
        <p:nvPr/>
      </p:nvGrpSpPr>
      <p:grpSpPr>
        <a:xfrm>
          <a:off x="0" y="0"/>
          <a:ext cx="0" cy="0"/>
          <a:chOff x="0" y="0"/>
          <a:chExt cx="0" cy="0"/>
        </a:xfrm>
      </p:grpSpPr>
      <p:sp>
        <p:nvSpPr>
          <p:cNvPr id="3" name="Picture Placeholder 2"/>
          <p:cNvSpPr>
            <a:spLocks noGrp="1"/>
          </p:cNvSpPr>
          <p:nvPr>
            <p:ph type="pic" sz="quarter" idx="12"/>
          </p:nvPr>
        </p:nvSpPr>
        <p:spPr>
          <a:xfrm>
            <a:off x="5254350" y="1651001"/>
            <a:ext cx="6032500" cy="4000500"/>
          </a:xfrm>
          <a:prstGeom prst="rect">
            <a:avLst/>
          </a:prstGeom>
          <a:effectLst>
            <a:outerShdw blurRad="292100" dist="38100" dir="5400000" algn="t" rotWithShape="0">
              <a:prstClr val="black">
                <a:alpha val="67000"/>
              </a:prstClr>
            </a:outerShdw>
          </a:effectLst>
        </p:spPr>
        <p:txBody>
          <a:bodyPr lIns="45720" tIns="22860" rIns="45720" bIns="22860"/>
          <a:lstStyle/>
          <a:p>
            <a:r>
              <a:rPr lang="en-US" dirty="0"/>
              <a:t>Click icon to add picture</a:t>
            </a:r>
            <a:endParaRPr lang="uk-UA"/>
          </a:p>
        </p:txBody>
      </p:sp>
      <p:sp>
        <p:nvSpPr>
          <p:cNvPr id="10" name="Title 3"/>
          <p:cNvSpPr>
            <a:spLocks noGrp="1"/>
          </p:cNvSpPr>
          <p:nvPr>
            <p:ph type="title"/>
          </p:nvPr>
        </p:nvSpPr>
        <p:spPr>
          <a:xfrm>
            <a:off x="838200" y="229851"/>
            <a:ext cx="10515600" cy="530528"/>
          </a:xfrm>
          <a:prstGeom prst="rect">
            <a:avLst/>
          </a:prstGeom>
        </p:spPr>
        <p:txBody>
          <a:bodyPr lIns="45720" tIns="22860" rIns="45720" bIns="22860"/>
          <a:lstStyle>
            <a:lvl1pPr algn="l">
              <a:defRPr sz="4267" b="1">
                <a:latin typeface="微软雅黑" panose="020B0503020204020204" pitchFamily="34" charset="-122"/>
                <a:ea typeface="微软雅黑" panose="020B0503020204020204" pitchFamily="34" charset="-122"/>
              </a:defRPr>
            </a:lvl1pPr>
          </a:lstStyle>
          <a:p>
            <a:r>
              <a:rPr lang="en-US" altLang="zh-CN" dirty="0"/>
              <a:t>Click to edit Master title style</a:t>
            </a:r>
            <a:endParaRPr lang="uk-UA" dirty="0"/>
          </a:p>
        </p:txBody>
      </p:sp>
    </p:spTree>
    <p:extLst>
      <p:ext uri="{BB962C8B-B14F-4D97-AF65-F5344CB8AC3E}">
        <p14:creationId xmlns:p14="http://schemas.microsoft.com/office/powerpoint/2010/main" val="4134719768"/>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ORTFOLIO 9">
    <p:spTree>
      <p:nvGrpSpPr>
        <p:cNvPr id="1" name=""/>
        <p:cNvGrpSpPr/>
        <p:nvPr/>
      </p:nvGrpSpPr>
      <p:grpSpPr>
        <a:xfrm>
          <a:off x="0" y="0"/>
          <a:ext cx="0" cy="0"/>
          <a:chOff x="0" y="0"/>
          <a:chExt cx="0" cy="0"/>
        </a:xfrm>
      </p:grpSpPr>
      <p:sp>
        <p:nvSpPr>
          <p:cNvPr id="3" name="Picture Placeholder 2"/>
          <p:cNvSpPr>
            <a:spLocks noGrp="1"/>
          </p:cNvSpPr>
          <p:nvPr>
            <p:ph type="pic" sz="quarter" idx="12"/>
          </p:nvPr>
        </p:nvSpPr>
        <p:spPr>
          <a:xfrm>
            <a:off x="660407" y="1651001"/>
            <a:ext cx="6032500" cy="4000500"/>
          </a:xfrm>
          <a:prstGeom prst="rect">
            <a:avLst/>
          </a:prstGeom>
          <a:effectLst>
            <a:outerShdw blurRad="292100" dist="38100" dir="5400000" algn="t" rotWithShape="0">
              <a:prstClr val="black">
                <a:alpha val="67000"/>
              </a:prstClr>
            </a:outerShdw>
          </a:effectLst>
        </p:spPr>
        <p:txBody>
          <a:bodyPr lIns="45720" tIns="22860" rIns="45720" bIns="22860"/>
          <a:lstStyle/>
          <a:p>
            <a:r>
              <a:rPr lang="en-US" dirty="0"/>
              <a:t>Click icon to add picture</a:t>
            </a:r>
            <a:endParaRPr lang="uk-UA"/>
          </a:p>
        </p:txBody>
      </p:sp>
      <p:sp>
        <p:nvSpPr>
          <p:cNvPr id="10" name="Title 3"/>
          <p:cNvSpPr>
            <a:spLocks noGrp="1"/>
          </p:cNvSpPr>
          <p:nvPr>
            <p:ph type="title"/>
          </p:nvPr>
        </p:nvSpPr>
        <p:spPr>
          <a:xfrm>
            <a:off x="838200" y="229851"/>
            <a:ext cx="10515600" cy="530528"/>
          </a:xfrm>
          <a:prstGeom prst="rect">
            <a:avLst/>
          </a:prstGeom>
        </p:spPr>
        <p:txBody>
          <a:bodyPr lIns="45720" tIns="22860" rIns="45720" bIns="22860"/>
          <a:lstStyle>
            <a:lvl1pPr algn="l">
              <a:defRPr sz="4267" b="1">
                <a:latin typeface="微软雅黑" panose="020B0503020204020204" pitchFamily="34" charset="-122"/>
                <a:ea typeface="微软雅黑" panose="020B0503020204020204" pitchFamily="34" charset="-122"/>
              </a:defRPr>
            </a:lvl1pPr>
          </a:lstStyle>
          <a:p>
            <a:r>
              <a:rPr lang="en-US" altLang="zh-CN" dirty="0"/>
              <a:t>Click to edit Master title style</a:t>
            </a:r>
            <a:endParaRPr lang="uk-UA" dirty="0"/>
          </a:p>
        </p:txBody>
      </p:sp>
    </p:spTree>
    <p:extLst>
      <p:ext uri="{BB962C8B-B14F-4D97-AF65-F5344CB8AC3E}">
        <p14:creationId xmlns:p14="http://schemas.microsoft.com/office/powerpoint/2010/main" val="3387353198"/>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ORTFOLIO 10">
    <p:spTree>
      <p:nvGrpSpPr>
        <p:cNvPr id="1" name=""/>
        <p:cNvGrpSpPr/>
        <p:nvPr/>
      </p:nvGrpSpPr>
      <p:grpSpPr>
        <a:xfrm>
          <a:off x="0" y="0"/>
          <a:ext cx="0" cy="0"/>
          <a:chOff x="0" y="0"/>
          <a:chExt cx="0" cy="0"/>
        </a:xfrm>
      </p:grpSpPr>
      <p:sp>
        <p:nvSpPr>
          <p:cNvPr id="3" name="Picture Placeholder 2"/>
          <p:cNvSpPr>
            <a:spLocks noGrp="1"/>
          </p:cNvSpPr>
          <p:nvPr>
            <p:ph type="pic" sz="quarter" idx="12"/>
          </p:nvPr>
        </p:nvSpPr>
        <p:spPr>
          <a:xfrm>
            <a:off x="914400" y="1341120"/>
            <a:ext cx="4876800" cy="3657600"/>
          </a:xfrm>
          <a:prstGeom prst="rect">
            <a:avLst/>
          </a:prstGeom>
          <a:effectLst>
            <a:outerShdw blurRad="292100" dist="38100" dir="5400000" algn="t" rotWithShape="0">
              <a:prstClr val="black">
                <a:alpha val="67000"/>
              </a:prstClr>
            </a:outerShdw>
          </a:effectLst>
        </p:spPr>
        <p:txBody>
          <a:bodyPr lIns="45720" tIns="22860" rIns="45720" bIns="22860"/>
          <a:lstStyle>
            <a:lvl1pPr>
              <a:defRPr sz="1333"/>
            </a:lvl1pPr>
          </a:lstStyle>
          <a:p>
            <a:r>
              <a:rPr lang="en-US" dirty="0"/>
              <a:t>Click icon to add picture</a:t>
            </a:r>
            <a:endParaRPr lang="uk-UA"/>
          </a:p>
        </p:txBody>
      </p:sp>
      <p:sp>
        <p:nvSpPr>
          <p:cNvPr id="8" name="Picture Placeholder 2"/>
          <p:cNvSpPr>
            <a:spLocks noGrp="1"/>
          </p:cNvSpPr>
          <p:nvPr>
            <p:ph type="pic" sz="quarter" idx="13"/>
          </p:nvPr>
        </p:nvSpPr>
        <p:spPr>
          <a:xfrm>
            <a:off x="6400800" y="1341120"/>
            <a:ext cx="4876800" cy="3657600"/>
          </a:xfrm>
          <a:prstGeom prst="rect">
            <a:avLst/>
          </a:prstGeom>
          <a:effectLst>
            <a:outerShdw blurRad="292100" dist="38100" dir="5400000" algn="t" rotWithShape="0">
              <a:prstClr val="black">
                <a:alpha val="67000"/>
              </a:prstClr>
            </a:outerShdw>
          </a:effectLst>
        </p:spPr>
        <p:txBody>
          <a:bodyPr lIns="45720" tIns="22860" rIns="45720" bIns="22860"/>
          <a:lstStyle>
            <a:lvl1pPr>
              <a:defRPr sz="1333"/>
            </a:lvl1pPr>
          </a:lstStyle>
          <a:p>
            <a:r>
              <a:rPr lang="en-US" dirty="0"/>
              <a:t>Click icon to add picture</a:t>
            </a:r>
            <a:endParaRPr lang="uk-UA"/>
          </a:p>
        </p:txBody>
      </p:sp>
      <p:sp>
        <p:nvSpPr>
          <p:cNvPr id="10" name="Slide Number Placeholder 4"/>
          <p:cNvSpPr>
            <a:spLocks noGrp="1"/>
          </p:cNvSpPr>
          <p:nvPr>
            <p:ph type="sldNum" sz="quarter" idx="4"/>
          </p:nvPr>
        </p:nvSpPr>
        <p:spPr>
          <a:xfrm>
            <a:off x="11331131" y="315837"/>
            <a:ext cx="556069" cy="471563"/>
          </a:xfrm>
          <a:prstGeom prst="rect">
            <a:avLst/>
          </a:prstGeom>
        </p:spPr>
        <p:txBody>
          <a:bodyPr/>
          <a:lstStyle>
            <a:lvl1pPr algn="ctr">
              <a:defRPr sz="1800">
                <a:solidFill>
                  <a:schemeClr val="bg1"/>
                </a:solidFill>
              </a:defRPr>
            </a:lvl1pPr>
          </a:lstStyle>
          <a:p>
            <a:fld id="{5DE872C3-2ED1-43FB-B3C4-BA6F078D7CD3}" type="slidenum">
              <a:rPr lang="en-US" smtClean="0">
                <a:solidFill>
                  <a:prstClr val="white"/>
                </a:solidFill>
              </a:rPr>
              <a:pPr/>
              <a:t>‹#›</a:t>
            </a:fld>
            <a:endParaRPr lang="en-US" dirty="0">
              <a:solidFill>
                <a:prstClr val="white"/>
              </a:solidFill>
            </a:endParaRPr>
          </a:p>
        </p:txBody>
      </p:sp>
      <p:sp>
        <p:nvSpPr>
          <p:cNvPr id="11" name="Title 3"/>
          <p:cNvSpPr>
            <a:spLocks noGrp="1"/>
          </p:cNvSpPr>
          <p:nvPr>
            <p:ph type="title"/>
          </p:nvPr>
        </p:nvSpPr>
        <p:spPr>
          <a:xfrm>
            <a:off x="838200" y="229851"/>
            <a:ext cx="10515600" cy="530528"/>
          </a:xfrm>
          <a:prstGeom prst="rect">
            <a:avLst/>
          </a:prstGeom>
        </p:spPr>
        <p:txBody>
          <a:bodyPr lIns="45720" tIns="22860" rIns="45720" bIns="22860"/>
          <a:lstStyle>
            <a:lvl1pPr algn="l">
              <a:defRPr sz="4267" b="1">
                <a:latin typeface="微软雅黑" panose="020B0503020204020204" pitchFamily="34" charset="-122"/>
                <a:ea typeface="微软雅黑" panose="020B0503020204020204" pitchFamily="34" charset="-122"/>
              </a:defRPr>
            </a:lvl1pPr>
          </a:lstStyle>
          <a:p>
            <a:r>
              <a:rPr lang="en-US" altLang="zh-CN" dirty="0"/>
              <a:t>Click to edit Master title style</a:t>
            </a:r>
            <a:endParaRPr lang="uk-UA" dirty="0"/>
          </a:p>
        </p:txBody>
      </p:sp>
    </p:spTree>
    <p:extLst>
      <p:ext uri="{BB962C8B-B14F-4D97-AF65-F5344CB8AC3E}">
        <p14:creationId xmlns:p14="http://schemas.microsoft.com/office/powerpoint/2010/main" val="1636804926"/>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ORTFOLIO 11">
    <p:spTree>
      <p:nvGrpSpPr>
        <p:cNvPr id="1" name=""/>
        <p:cNvGrpSpPr/>
        <p:nvPr/>
      </p:nvGrpSpPr>
      <p:grpSpPr>
        <a:xfrm>
          <a:off x="0" y="0"/>
          <a:ext cx="0" cy="0"/>
          <a:chOff x="0" y="0"/>
          <a:chExt cx="0" cy="0"/>
        </a:xfrm>
      </p:grpSpPr>
      <p:sp>
        <p:nvSpPr>
          <p:cNvPr id="3" name="Picture Placeholder 2"/>
          <p:cNvSpPr>
            <a:spLocks noGrp="1"/>
          </p:cNvSpPr>
          <p:nvPr>
            <p:ph type="pic" sz="quarter" idx="12"/>
          </p:nvPr>
        </p:nvSpPr>
        <p:spPr>
          <a:xfrm>
            <a:off x="838200" y="1341120"/>
            <a:ext cx="3352800" cy="1828800"/>
          </a:xfrm>
          <a:prstGeom prst="rect">
            <a:avLst/>
          </a:prstGeom>
          <a:effectLst>
            <a:outerShdw blurRad="190500" dist="38100" dir="5400000" algn="t" rotWithShape="0">
              <a:prstClr val="black">
                <a:alpha val="67000"/>
              </a:prstClr>
            </a:outerShdw>
          </a:effectLst>
        </p:spPr>
        <p:txBody>
          <a:bodyPr lIns="45720" tIns="22860" rIns="45720" bIns="22860"/>
          <a:lstStyle>
            <a:lvl1pPr>
              <a:defRPr sz="1333"/>
            </a:lvl1pPr>
          </a:lstStyle>
          <a:p>
            <a:r>
              <a:rPr lang="en-US" dirty="0"/>
              <a:t>Click icon to add picture</a:t>
            </a:r>
            <a:endParaRPr lang="uk-UA"/>
          </a:p>
        </p:txBody>
      </p:sp>
      <p:sp>
        <p:nvSpPr>
          <p:cNvPr id="8" name="Picture Placeholder 2"/>
          <p:cNvSpPr>
            <a:spLocks noGrp="1"/>
          </p:cNvSpPr>
          <p:nvPr>
            <p:ph type="pic" sz="quarter" idx="13"/>
          </p:nvPr>
        </p:nvSpPr>
        <p:spPr>
          <a:xfrm>
            <a:off x="8001000" y="1341120"/>
            <a:ext cx="3352800" cy="1828800"/>
          </a:xfrm>
          <a:prstGeom prst="rect">
            <a:avLst/>
          </a:prstGeom>
          <a:effectLst>
            <a:outerShdw blurRad="190500" dist="38100" dir="5400000" algn="t" rotWithShape="0">
              <a:prstClr val="black">
                <a:alpha val="67000"/>
              </a:prstClr>
            </a:outerShdw>
          </a:effectLst>
        </p:spPr>
        <p:txBody>
          <a:bodyPr lIns="45720" tIns="22860" rIns="45720" bIns="22860"/>
          <a:lstStyle>
            <a:lvl1pPr>
              <a:defRPr sz="1333"/>
            </a:lvl1pPr>
          </a:lstStyle>
          <a:p>
            <a:r>
              <a:rPr lang="en-US" dirty="0"/>
              <a:t>Click icon to add picture</a:t>
            </a:r>
            <a:endParaRPr lang="uk-UA"/>
          </a:p>
        </p:txBody>
      </p:sp>
      <p:sp>
        <p:nvSpPr>
          <p:cNvPr id="9" name="Picture Placeholder 2"/>
          <p:cNvSpPr>
            <a:spLocks noGrp="1"/>
          </p:cNvSpPr>
          <p:nvPr>
            <p:ph type="pic" sz="quarter" idx="14"/>
          </p:nvPr>
        </p:nvSpPr>
        <p:spPr>
          <a:xfrm>
            <a:off x="4419600" y="1341120"/>
            <a:ext cx="3352800" cy="1828800"/>
          </a:xfrm>
          <a:prstGeom prst="rect">
            <a:avLst/>
          </a:prstGeom>
          <a:effectLst>
            <a:outerShdw blurRad="190500" dist="38100" dir="5400000" algn="t" rotWithShape="0">
              <a:prstClr val="black">
                <a:alpha val="67000"/>
              </a:prstClr>
            </a:outerShdw>
          </a:effectLst>
        </p:spPr>
        <p:txBody>
          <a:bodyPr lIns="45720" tIns="22860" rIns="45720" bIns="22860"/>
          <a:lstStyle>
            <a:lvl1pPr>
              <a:defRPr sz="1333"/>
            </a:lvl1pPr>
          </a:lstStyle>
          <a:p>
            <a:r>
              <a:rPr lang="en-US" dirty="0"/>
              <a:t>Click icon to add picture</a:t>
            </a:r>
            <a:endParaRPr lang="uk-UA"/>
          </a:p>
        </p:txBody>
      </p:sp>
      <p:sp>
        <p:nvSpPr>
          <p:cNvPr id="11" name="Slide Number Placeholder 4"/>
          <p:cNvSpPr>
            <a:spLocks noGrp="1"/>
          </p:cNvSpPr>
          <p:nvPr>
            <p:ph type="sldNum" sz="quarter" idx="4"/>
          </p:nvPr>
        </p:nvSpPr>
        <p:spPr>
          <a:xfrm>
            <a:off x="11331131" y="315837"/>
            <a:ext cx="556069" cy="471563"/>
          </a:xfrm>
          <a:prstGeom prst="rect">
            <a:avLst/>
          </a:prstGeom>
        </p:spPr>
        <p:txBody>
          <a:bodyPr/>
          <a:lstStyle>
            <a:lvl1pPr algn="ctr">
              <a:defRPr sz="1800">
                <a:solidFill>
                  <a:schemeClr val="bg1"/>
                </a:solidFill>
              </a:defRPr>
            </a:lvl1pPr>
          </a:lstStyle>
          <a:p>
            <a:fld id="{5DE872C3-2ED1-43FB-B3C4-BA6F078D7CD3}" type="slidenum">
              <a:rPr lang="en-US" smtClean="0">
                <a:solidFill>
                  <a:prstClr val="white"/>
                </a:solidFill>
              </a:rPr>
              <a:pPr/>
              <a:t>‹#›</a:t>
            </a:fld>
            <a:endParaRPr lang="en-US" dirty="0">
              <a:solidFill>
                <a:prstClr val="white"/>
              </a:solidFill>
            </a:endParaRPr>
          </a:p>
        </p:txBody>
      </p:sp>
      <p:sp>
        <p:nvSpPr>
          <p:cNvPr id="12" name="Title 3"/>
          <p:cNvSpPr>
            <a:spLocks noGrp="1"/>
          </p:cNvSpPr>
          <p:nvPr>
            <p:ph type="title"/>
          </p:nvPr>
        </p:nvSpPr>
        <p:spPr>
          <a:xfrm>
            <a:off x="838200" y="229851"/>
            <a:ext cx="10515600" cy="530528"/>
          </a:xfrm>
          <a:prstGeom prst="rect">
            <a:avLst/>
          </a:prstGeom>
        </p:spPr>
        <p:txBody>
          <a:bodyPr lIns="45720" tIns="22860" rIns="45720" bIns="22860"/>
          <a:lstStyle>
            <a:lvl1pPr algn="l">
              <a:defRPr sz="4267" b="1">
                <a:latin typeface="微软雅黑" panose="020B0503020204020204" pitchFamily="34" charset="-122"/>
                <a:ea typeface="微软雅黑" panose="020B0503020204020204" pitchFamily="34" charset="-122"/>
              </a:defRPr>
            </a:lvl1pPr>
          </a:lstStyle>
          <a:p>
            <a:r>
              <a:rPr lang="en-US" altLang="zh-CN" dirty="0"/>
              <a:t>Click to edit Master title style</a:t>
            </a:r>
            <a:endParaRPr lang="uk-UA" dirty="0"/>
          </a:p>
        </p:txBody>
      </p:sp>
    </p:spTree>
    <p:extLst>
      <p:ext uri="{BB962C8B-B14F-4D97-AF65-F5344CB8AC3E}">
        <p14:creationId xmlns:p14="http://schemas.microsoft.com/office/powerpoint/2010/main" val="4273983265"/>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ORTFOLIO 12">
    <p:spTree>
      <p:nvGrpSpPr>
        <p:cNvPr id="1" name=""/>
        <p:cNvGrpSpPr/>
        <p:nvPr/>
      </p:nvGrpSpPr>
      <p:grpSpPr>
        <a:xfrm>
          <a:off x="0" y="0"/>
          <a:ext cx="0" cy="0"/>
          <a:chOff x="0" y="0"/>
          <a:chExt cx="0" cy="0"/>
        </a:xfrm>
      </p:grpSpPr>
      <p:sp>
        <p:nvSpPr>
          <p:cNvPr id="3" name="Picture Placeholder 2"/>
          <p:cNvSpPr>
            <a:spLocks noGrp="1"/>
          </p:cNvSpPr>
          <p:nvPr>
            <p:ph type="pic" sz="quarter" idx="12"/>
          </p:nvPr>
        </p:nvSpPr>
        <p:spPr>
          <a:xfrm>
            <a:off x="838200" y="1341120"/>
            <a:ext cx="3352800" cy="3352800"/>
          </a:xfrm>
          <a:prstGeom prst="rect">
            <a:avLst/>
          </a:prstGeom>
          <a:effectLst>
            <a:outerShdw blurRad="292100" dist="38100" dir="5400000" algn="t" rotWithShape="0">
              <a:prstClr val="black">
                <a:alpha val="67000"/>
              </a:prstClr>
            </a:outerShdw>
          </a:effectLst>
        </p:spPr>
        <p:txBody>
          <a:bodyPr lIns="45720" tIns="22860" rIns="45720" bIns="22860"/>
          <a:lstStyle>
            <a:lvl1pPr>
              <a:defRPr sz="1333"/>
            </a:lvl1pPr>
          </a:lstStyle>
          <a:p>
            <a:r>
              <a:rPr lang="en-US" dirty="0"/>
              <a:t>Click icon to add picture</a:t>
            </a:r>
            <a:endParaRPr lang="uk-UA"/>
          </a:p>
        </p:txBody>
      </p:sp>
      <p:sp>
        <p:nvSpPr>
          <p:cNvPr id="8" name="Picture Placeholder 2"/>
          <p:cNvSpPr>
            <a:spLocks noGrp="1"/>
          </p:cNvSpPr>
          <p:nvPr>
            <p:ph type="pic" sz="quarter" idx="13"/>
          </p:nvPr>
        </p:nvSpPr>
        <p:spPr>
          <a:xfrm>
            <a:off x="8001000" y="1341120"/>
            <a:ext cx="3352800" cy="3352800"/>
          </a:xfrm>
          <a:prstGeom prst="rect">
            <a:avLst/>
          </a:prstGeom>
          <a:effectLst>
            <a:outerShdw blurRad="292100" dist="38100" dir="5400000" algn="t" rotWithShape="0">
              <a:prstClr val="black">
                <a:alpha val="67000"/>
              </a:prstClr>
            </a:outerShdw>
          </a:effectLst>
        </p:spPr>
        <p:txBody>
          <a:bodyPr lIns="45720" tIns="22860" rIns="45720" bIns="22860"/>
          <a:lstStyle>
            <a:lvl1pPr>
              <a:defRPr sz="1333"/>
            </a:lvl1pPr>
          </a:lstStyle>
          <a:p>
            <a:r>
              <a:rPr lang="en-US" dirty="0"/>
              <a:t>Click icon to add picture</a:t>
            </a:r>
            <a:endParaRPr lang="uk-UA"/>
          </a:p>
        </p:txBody>
      </p:sp>
      <p:sp>
        <p:nvSpPr>
          <p:cNvPr id="9" name="Picture Placeholder 2"/>
          <p:cNvSpPr>
            <a:spLocks noGrp="1"/>
          </p:cNvSpPr>
          <p:nvPr>
            <p:ph type="pic" sz="quarter" idx="14"/>
          </p:nvPr>
        </p:nvSpPr>
        <p:spPr>
          <a:xfrm>
            <a:off x="4419600" y="1341120"/>
            <a:ext cx="3352800" cy="3352800"/>
          </a:xfrm>
          <a:prstGeom prst="rect">
            <a:avLst/>
          </a:prstGeom>
          <a:effectLst>
            <a:outerShdw blurRad="292100" dist="38100" dir="5400000" algn="t" rotWithShape="0">
              <a:prstClr val="black">
                <a:alpha val="67000"/>
              </a:prstClr>
            </a:outerShdw>
          </a:effectLst>
        </p:spPr>
        <p:txBody>
          <a:bodyPr lIns="45720" tIns="22860" rIns="45720" bIns="22860"/>
          <a:lstStyle>
            <a:lvl1pPr>
              <a:defRPr sz="1333"/>
            </a:lvl1pPr>
          </a:lstStyle>
          <a:p>
            <a:r>
              <a:rPr lang="en-US" dirty="0"/>
              <a:t>Click icon to add picture</a:t>
            </a:r>
            <a:endParaRPr lang="uk-UA"/>
          </a:p>
        </p:txBody>
      </p:sp>
      <p:sp>
        <p:nvSpPr>
          <p:cNvPr id="11" name="Slide Number Placeholder 4"/>
          <p:cNvSpPr>
            <a:spLocks noGrp="1"/>
          </p:cNvSpPr>
          <p:nvPr>
            <p:ph type="sldNum" sz="quarter" idx="4"/>
          </p:nvPr>
        </p:nvSpPr>
        <p:spPr>
          <a:xfrm>
            <a:off x="11331131" y="315837"/>
            <a:ext cx="556069" cy="471563"/>
          </a:xfrm>
          <a:prstGeom prst="rect">
            <a:avLst/>
          </a:prstGeom>
        </p:spPr>
        <p:txBody>
          <a:bodyPr/>
          <a:lstStyle>
            <a:lvl1pPr algn="ctr">
              <a:defRPr sz="1800">
                <a:solidFill>
                  <a:schemeClr val="bg1"/>
                </a:solidFill>
              </a:defRPr>
            </a:lvl1pPr>
          </a:lstStyle>
          <a:p>
            <a:fld id="{5DE872C3-2ED1-43FB-B3C4-BA6F078D7CD3}" type="slidenum">
              <a:rPr lang="en-US" smtClean="0">
                <a:solidFill>
                  <a:prstClr val="white"/>
                </a:solidFill>
              </a:rPr>
              <a:pPr/>
              <a:t>‹#›</a:t>
            </a:fld>
            <a:endParaRPr lang="en-US" dirty="0">
              <a:solidFill>
                <a:prstClr val="white"/>
              </a:solidFill>
            </a:endParaRPr>
          </a:p>
        </p:txBody>
      </p:sp>
      <p:sp>
        <p:nvSpPr>
          <p:cNvPr id="12" name="Title 3"/>
          <p:cNvSpPr>
            <a:spLocks noGrp="1"/>
          </p:cNvSpPr>
          <p:nvPr>
            <p:ph type="title"/>
          </p:nvPr>
        </p:nvSpPr>
        <p:spPr>
          <a:xfrm>
            <a:off x="838200" y="229851"/>
            <a:ext cx="10515600" cy="530528"/>
          </a:xfrm>
          <a:prstGeom prst="rect">
            <a:avLst/>
          </a:prstGeom>
        </p:spPr>
        <p:txBody>
          <a:bodyPr lIns="45720" tIns="22860" rIns="45720" bIns="22860"/>
          <a:lstStyle>
            <a:lvl1pPr algn="l">
              <a:defRPr sz="4267" b="1">
                <a:latin typeface="微软雅黑" panose="020B0503020204020204" pitchFamily="34" charset="-122"/>
                <a:ea typeface="微软雅黑" panose="020B0503020204020204" pitchFamily="34" charset="-122"/>
              </a:defRPr>
            </a:lvl1pPr>
          </a:lstStyle>
          <a:p>
            <a:r>
              <a:rPr lang="en-US" altLang="zh-CN" dirty="0"/>
              <a:t>Click to edit Master title style</a:t>
            </a:r>
            <a:endParaRPr lang="uk-UA" dirty="0"/>
          </a:p>
        </p:txBody>
      </p:sp>
    </p:spTree>
    <p:extLst>
      <p:ext uri="{BB962C8B-B14F-4D97-AF65-F5344CB8AC3E}">
        <p14:creationId xmlns:p14="http://schemas.microsoft.com/office/powerpoint/2010/main" val="1902763022"/>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ORTFOLIO 13">
    <p:spTree>
      <p:nvGrpSpPr>
        <p:cNvPr id="1" name=""/>
        <p:cNvGrpSpPr/>
        <p:nvPr/>
      </p:nvGrpSpPr>
      <p:grpSpPr>
        <a:xfrm>
          <a:off x="0" y="0"/>
          <a:ext cx="0" cy="0"/>
          <a:chOff x="0" y="0"/>
          <a:chExt cx="0" cy="0"/>
        </a:xfrm>
      </p:grpSpPr>
      <p:sp>
        <p:nvSpPr>
          <p:cNvPr id="3" name="Picture Placeholder 2"/>
          <p:cNvSpPr>
            <a:spLocks noGrp="1"/>
          </p:cNvSpPr>
          <p:nvPr>
            <p:ph type="pic" sz="quarter" idx="12"/>
          </p:nvPr>
        </p:nvSpPr>
        <p:spPr>
          <a:xfrm>
            <a:off x="838200" y="1828800"/>
            <a:ext cx="3352800" cy="4267200"/>
          </a:xfrm>
          <a:prstGeom prst="rect">
            <a:avLst/>
          </a:prstGeom>
          <a:effectLst>
            <a:outerShdw blurRad="292100" dist="38100" dir="5400000" algn="t" rotWithShape="0">
              <a:prstClr val="black">
                <a:alpha val="67000"/>
              </a:prstClr>
            </a:outerShdw>
          </a:effectLst>
        </p:spPr>
        <p:txBody>
          <a:bodyPr lIns="45720" tIns="22860" rIns="45720" bIns="22860"/>
          <a:lstStyle>
            <a:lvl1pPr>
              <a:defRPr sz="1333"/>
            </a:lvl1pPr>
          </a:lstStyle>
          <a:p>
            <a:r>
              <a:rPr lang="en-US" dirty="0"/>
              <a:t>Click icon to add picture</a:t>
            </a:r>
            <a:endParaRPr lang="uk-UA"/>
          </a:p>
        </p:txBody>
      </p:sp>
      <p:sp>
        <p:nvSpPr>
          <p:cNvPr id="8" name="Picture Placeholder 2"/>
          <p:cNvSpPr>
            <a:spLocks noGrp="1"/>
          </p:cNvSpPr>
          <p:nvPr>
            <p:ph type="pic" sz="quarter" idx="13"/>
          </p:nvPr>
        </p:nvSpPr>
        <p:spPr>
          <a:xfrm>
            <a:off x="8001000" y="1828800"/>
            <a:ext cx="3352800" cy="4267200"/>
          </a:xfrm>
          <a:prstGeom prst="rect">
            <a:avLst/>
          </a:prstGeom>
          <a:effectLst>
            <a:outerShdw blurRad="292100" dist="38100" dir="5400000" algn="t" rotWithShape="0">
              <a:prstClr val="black">
                <a:alpha val="67000"/>
              </a:prstClr>
            </a:outerShdw>
          </a:effectLst>
        </p:spPr>
        <p:txBody>
          <a:bodyPr lIns="45720" tIns="22860" rIns="45720" bIns="22860"/>
          <a:lstStyle>
            <a:lvl1pPr>
              <a:defRPr sz="1333"/>
            </a:lvl1pPr>
          </a:lstStyle>
          <a:p>
            <a:r>
              <a:rPr lang="en-US" dirty="0"/>
              <a:t>Click icon to add picture</a:t>
            </a:r>
            <a:endParaRPr lang="uk-UA"/>
          </a:p>
        </p:txBody>
      </p:sp>
      <p:sp>
        <p:nvSpPr>
          <p:cNvPr id="9" name="Picture Placeholder 2"/>
          <p:cNvSpPr>
            <a:spLocks noGrp="1"/>
          </p:cNvSpPr>
          <p:nvPr>
            <p:ph type="pic" sz="quarter" idx="14"/>
          </p:nvPr>
        </p:nvSpPr>
        <p:spPr>
          <a:xfrm>
            <a:off x="4419600" y="1828800"/>
            <a:ext cx="3352800" cy="4267200"/>
          </a:xfrm>
          <a:prstGeom prst="rect">
            <a:avLst/>
          </a:prstGeom>
          <a:effectLst>
            <a:outerShdw blurRad="292100" dist="38100" dir="5400000" algn="t" rotWithShape="0">
              <a:prstClr val="black">
                <a:alpha val="67000"/>
              </a:prstClr>
            </a:outerShdw>
          </a:effectLst>
        </p:spPr>
        <p:txBody>
          <a:bodyPr lIns="45720" tIns="22860" rIns="45720" bIns="22860"/>
          <a:lstStyle>
            <a:lvl1pPr>
              <a:defRPr sz="1333"/>
            </a:lvl1pPr>
          </a:lstStyle>
          <a:p>
            <a:r>
              <a:rPr lang="en-US" dirty="0"/>
              <a:t>Click icon to add picture</a:t>
            </a:r>
            <a:endParaRPr lang="uk-UA"/>
          </a:p>
        </p:txBody>
      </p:sp>
      <p:sp>
        <p:nvSpPr>
          <p:cNvPr id="11" name="Slide Number Placeholder 4"/>
          <p:cNvSpPr>
            <a:spLocks noGrp="1"/>
          </p:cNvSpPr>
          <p:nvPr>
            <p:ph type="sldNum" sz="quarter" idx="4"/>
          </p:nvPr>
        </p:nvSpPr>
        <p:spPr>
          <a:xfrm>
            <a:off x="11331131" y="315837"/>
            <a:ext cx="556069" cy="471563"/>
          </a:xfrm>
          <a:prstGeom prst="rect">
            <a:avLst/>
          </a:prstGeom>
        </p:spPr>
        <p:txBody>
          <a:bodyPr/>
          <a:lstStyle>
            <a:lvl1pPr algn="ctr">
              <a:defRPr sz="1800">
                <a:solidFill>
                  <a:schemeClr val="bg1"/>
                </a:solidFill>
              </a:defRPr>
            </a:lvl1pPr>
          </a:lstStyle>
          <a:p>
            <a:fld id="{5DE872C3-2ED1-43FB-B3C4-BA6F078D7CD3}" type="slidenum">
              <a:rPr lang="en-US" smtClean="0">
                <a:solidFill>
                  <a:prstClr val="white"/>
                </a:solidFill>
              </a:rPr>
              <a:pPr/>
              <a:t>‹#›</a:t>
            </a:fld>
            <a:endParaRPr lang="en-US" dirty="0">
              <a:solidFill>
                <a:prstClr val="white"/>
              </a:solidFill>
            </a:endParaRPr>
          </a:p>
        </p:txBody>
      </p:sp>
      <p:sp>
        <p:nvSpPr>
          <p:cNvPr id="13" name="Title 3"/>
          <p:cNvSpPr>
            <a:spLocks noGrp="1"/>
          </p:cNvSpPr>
          <p:nvPr>
            <p:ph type="title"/>
          </p:nvPr>
        </p:nvSpPr>
        <p:spPr>
          <a:xfrm>
            <a:off x="838200" y="229851"/>
            <a:ext cx="10515600" cy="530528"/>
          </a:xfrm>
          <a:prstGeom prst="rect">
            <a:avLst/>
          </a:prstGeom>
        </p:spPr>
        <p:txBody>
          <a:bodyPr lIns="45720" tIns="22860" rIns="45720" bIns="22860"/>
          <a:lstStyle>
            <a:lvl1pPr algn="l">
              <a:defRPr sz="4267" b="1">
                <a:latin typeface="微软雅黑" panose="020B0503020204020204" pitchFamily="34" charset="-122"/>
                <a:ea typeface="微软雅黑" panose="020B0503020204020204" pitchFamily="34" charset="-122"/>
              </a:defRPr>
            </a:lvl1pPr>
          </a:lstStyle>
          <a:p>
            <a:r>
              <a:rPr lang="en-US" altLang="zh-CN" dirty="0"/>
              <a:t>Click to edit Master title style</a:t>
            </a:r>
            <a:endParaRPr lang="uk-UA" dirty="0"/>
          </a:p>
        </p:txBody>
      </p:sp>
    </p:spTree>
    <p:extLst>
      <p:ext uri="{BB962C8B-B14F-4D97-AF65-F5344CB8AC3E}">
        <p14:creationId xmlns:p14="http://schemas.microsoft.com/office/powerpoint/2010/main" val="1945709018"/>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PORTFOLIO 14">
    <p:spTree>
      <p:nvGrpSpPr>
        <p:cNvPr id="1" name=""/>
        <p:cNvGrpSpPr/>
        <p:nvPr/>
      </p:nvGrpSpPr>
      <p:grpSpPr>
        <a:xfrm>
          <a:off x="0" y="0"/>
          <a:ext cx="0" cy="0"/>
          <a:chOff x="0" y="0"/>
          <a:chExt cx="0" cy="0"/>
        </a:xfrm>
      </p:grpSpPr>
      <p:sp>
        <p:nvSpPr>
          <p:cNvPr id="3" name="Picture Placeholder 2"/>
          <p:cNvSpPr>
            <a:spLocks noGrp="1"/>
          </p:cNvSpPr>
          <p:nvPr>
            <p:ph type="pic" sz="quarter" idx="12"/>
          </p:nvPr>
        </p:nvSpPr>
        <p:spPr>
          <a:xfrm>
            <a:off x="853440" y="1341120"/>
            <a:ext cx="2133600" cy="4572000"/>
          </a:xfrm>
          <a:prstGeom prst="rect">
            <a:avLst/>
          </a:prstGeom>
        </p:spPr>
        <p:txBody>
          <a:bodyPr lIns="45720" tIns="22860" rIns="45720" bIns="22860"/>
          <a:lstStyle>
            <a:lvl1pPr>
              <a:defRPr sz="1333"/>
            </a:lvl1pPr>
          </a:lstStyle>
          <a:p>
            <a:r>
              <a:rPr lang="en-US" dirty="0"/>
              <a:t>Click icon to add picture</a:t>
            </a:r>
            <a:endParaRPr lang="uk-UA"/>
          </a:p>
        </p:txBody>
      </p:sp>
      <p:sp>
        <p:nvSpPr>
          <p:cNvPr id="10" name="Picture Placeholder 2"/>
          <p:cNvSpPr>
            <a:spLocks noGrp="1"/>
          </p:cNvSpPr>
          <p:nvPr>
            <p:ph type="pic" sz="quarter" idx="13"/>
          </p:nvPr>
        </p:nvSpPr>
        <p:spPr>
          <a:xfrm>
            <a:off x="3048000" y="1341120"/>
            <a:ext cx="2133600" cy="4572000"/>
          </a:xfrm>
          <a:prstGeom prst="rect">
            <a:avLst/>
          </a:prstGeom>
        </p:spPr>
        <p:txBody>
          <a:bodyPr lIns="45720" tIns="22860" rIns="45720" bIns="22860"/>
          <a:lstStyle>
            <a:lvl1pPr>
              <a:defRPr sz="1333"/>
            </a:lvl1pPr>
          </a:lstStyle>
          <a:p>
            <a:r>
              <a:rPr lang="en-US" dirty="0"/>
              <a:t>Click icon to add picture</a:t>
            </a:r>
            <a:endParaRPr lang="uk-UA"/>
          </a:p>
        </p:txBody>
      </p:sp>
      <p:sp>
        <p:nvSpPr>
          <p:cNvPr id="11" name="Picture Placeholder 2"/>
          <p:cNvSpPr>
            <a:spLocks noGrp="1"/>
          </p:cNvSpPr>
          <p:nvPr>
            <p:ph type="pic" sz="quarter" idx="14"/>
          </p:nvPr>
        </p:nvSpPr>
        <p:spPr>
          <a:xfrm>
            <a:off x="5242560" y="1341120"/>
            <a:ext cx="2133600" cy="4572000"/>
          </a:xfrm>
          <a:prstGeom prst="rect">
            <a:avLst/>
          </a:prstGeom>
        </p:spPr>
        <p:txBody>
          <a:bodyPr lIns="45720" tIns="22860" rIns="45720" bIns="22860"/>
          <a:lstStyle>
            <a:lvl1pPr>
              <a:defRPr sz="1333"/>
            </a:lvl1pPr>
          </a:lstStyle>
          <a:p>
            <a:r>
              <a:rPr lang="en-US" dirty="0"/>
              <a:t>Click icon to add picture</a:t>
            </a:r>
            <a:endParaRPr lang="uk-UA"/>
          </a:p>
        </p:txBody>
      </p:sp>
      <p:sp>
        <p:nvSpPr>
          <p:cNvPr id="9" name="Slide Number Placeholder 4"/>
          <p:cNvSpPr>
            <a:spLocks noGrp="1"/>
          </p:cNvSpPr>
          <p:nvPr>
            <p:ph type="sldNum" sz="quarter" idx="4"/>
          </p:nvPr>
        </p:nvSpPr>
        <p:spPr>
          <a:xfrm>
            <a:off x="11331131" y="315837"/>
            <a:ext cx="556069" cy="471563"/>
          </a:xfrm>
          <a:prstGeom prst="rect">
            <a:avLst/>
          </a:prstGeom>
        </p:spPr>
        <p:txBody>
          <a:bodyPr/>
          <a:lstStyle>
            <a:lvl1pPr algn="ctr">
              <a:defRPr sz="1800">
                <a:solidFill>
                  <a:schemeClr val="bg1"/>
                </a:solidFill>
              </a:defRPr>
            </a:lvl1pPr>
          </a:lstStyle>
          <a:p>
            <a:fld id="{5DE872C3-2ED1-43FB-B3C4-BA6F078D7CD3}" type="slidenum">
              <a:rPr lang="en-US" smtClean="0">
                <a:solidFill>
                  <a:prstClr val="white"/>
                </a:solidFill>
              </a:rPr>
              <a:pPr/>
              <a:t>‹#›</a:t>
            </a:fld>
            <a:endParaRPr lang="en-US" dirty="0">
              <a:solidFill>
                <a:prstClr val="white"/>
              </a:solidFill>
            </a:endParaRPr>
          </a:p>
        </p:txBody>
      </p:sp>
      <p:sp>
        <p:nvSpPr>
          <p:cNvPr id="12" name="Title 3"/>
          <p:cNvSpPr>
            <a:spLocks noGrp="1"/>
          </p:cNvSpPr>
          <p:nvPr>
            <p:ph type="title"/>
          </p:nvPr>
        </p:nvSpPr>
        <p:spPr>
          <a:xfrm>
            <a:off x="838200" y="229851"/>
            <a:ext cx="10515600" cy="530528"/>
          </a:xfrm>
          <a:prstGeom prst="rect">
            <a:avLst/>
          </a:prstGeom>
        </p:spPr>
        <p:txBody>
          <a:bodyPr lIns="45720" tIns="22860" rIns="45720" bIns="22860"/>
          <a:lstStyle>
            <a:lvl1pPr algn="l">
              <a:defRPr sz="4267" b="1">
                <a:latin typeface="微软雅黑" panose="020B0503020204020204" pitchFamily="34" charset="-122"/>
                <a:ea typeface="微软雅黑" panose="020B0503020204020204" pitchFamily="34" charset="-122"/>
              </a:defRPr>
            </a:lvl1pPr>
          </a:lstStyle>
          <a:p>
            <a:r>
              <a:rPr lang="en-US" altLang="zh-CN" dirty="0"/>
              <a:t>Click to edit Master title style</a:t>
            </a:r>
            <a:endParaRPr lang="uk-UA" dirty="0"/>
          </a:p>
        </p:txBody>
      </p:sp>
    </p:spTree>
    <p:extLst>
      <p:ext uri="{BB962C8B-B14F-4D97-AF65-F5344CB8AC3E}">
        <p14:creationId xmlns:p14="http://schemas.microsoft.com/office/powerpoint/2010/main" val="976340520"/>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ORTFOLIO 15">
    <p:spTree>
      <p:nvGrpSpPr>
        <p:cNvPr id="1" name=""/>
        <p:cNvGrpSpPr/>
        <p:nvPr/>
      </p:nvGrpSpPr>
      <p:grpSpPr>
        <a:xfrm>
          <a:off x="0" y="0"/>
          <a:ext cx="0" cy="0"/>
          <a:chOff x="0" y="0"/>
          <a:chExt cx="0" cy="0"/>
        </a:xfrm>
      </p:grpSpPr>
      <p:sp>
        <p:nvSpPr>
          <p:cNvPr id="3" name="Picture Placeholder 2"/>
          <p:cNvSpPr>
            <a:spLocks noGrp="1"/>
          </p:cNvSpPr>
          <p:nvPr>
            <p:ph type="pic" sz="quarter" idx="12"/>
          </p:nvPr>
        </p:nvSpPr>
        <p:spPr>
          <a:xfrm>
            <a:off x="838200" y="1341120"/>
            <a:ext cx="2438400" cy="3352800"/>
          </a:xfrm>
          <a:prstGeom prst="rect">
            <a:avLst/>
          </a:prstGeom>
        </p:spPr>
        <p:txBody>
          <a:bodyPr lIns="45720" tIns="22860" rIns="45720" bIns="22860"/>
          <a:lstStyle>
            <a:lvl1pPr>
              <a:defRPr sz="1333"/>
            </a:lvl1pPr>
          </a:lstStyle>
          <a:p>
            <a:r>
              <a:rPr lang="en-US" dirty="0"/>
              <a:t>Click icon to add picture</a:t>
            </a:r>
            <a:endParaRPr lang="uk-UA"/>
          </a:p>
        </p:txBody>
      </p:sp>
      <p:sp>
        <p:nvSpPr>
          <p:cNvPr id="13" name="Picture Placeholder 2"/>
          <p:cNvSpPr>
            <a:spLocks noGrp="1"/>
          </p:cNvSpPr>
          <p:nvPr>
            <p:ph type="pic" sz="quarter" idx="13"/>
          </p:nvPr>
        </p:nvSpPr>
        <p:spPr>
          <a:xfrm>
            <a:off x="3530600" y="1341120"/>
            <a:ext cx="2438400" cy="3352800"/>
          </a:xfrm>
          <a:prstGeom prst="rect">
            <a:avLst/>
          </a:prstGeom>
        </p:spPr>
        <p:txBody>
          <a:bodyPr lIns="45720" tIns="22860" rIns="45720" bIns="22860"/>
          <a:lstStyle>
            <a:lvl1pPr>
              <a:defRPr sz="1333"/>
            </a:lvl1pPr>
          </a:lstStyle>
          <a:p>
            <a:r>
              <a:rPr lang="en-US" dirty="0"/>
              <a:t>Click icon to add picture</a:t>
            </a:r>
            <a:endParaRPr lang="uk-UA"/>
          </a:p>
        </p:txBody>
      </p:sp>
      <p:sp>
        <p:nvSpPr>
          <p:cNvPr id="14" name="Picture Placeholder 2"/>
          <p:cNvSpPr>
            <a:spLocks noGrp="1"/>
          </p:cNvSpPr>
          <p:nvPr>
            <p:ph type="pic" sz="quarter" idx="14"/>
          </p:nvPr>
        </p:nvSpPr>
        <p:spPr>
          <a:xfrm>
            <a:off x="6223000" y="1341120"/>
            <a:ext cx="2438400" cy="3352800"/>
          </a:xfrm>
          <a:prstGeom prst="rect">
            <a:avLst/>
          </a:prstGeom>
        </p:spPr>
        <p:txBody>
          <a:bodyPr lIns="45720" tIns="22860" rIns="45720" bIns="22860"/>
          <a:lstStyle>
            <a:lvl1pPr>
              <a:defRPr sz="1333"/>
            </a:lvl1pPr>
          </a:lstStyle>
          <a:p>
            <a:r>
              <a:rPr lang="en-US" dirty="0"/>
              <a:t>Click icon to add picture</a:t>
            </a:r>
            <a:endParaRPr lang="uk-UA"/>
          </a:p>
        </p:txBody>
      </p:sp>
      <p:sp>
        <p:nvSpPr>
          <p:cNvPr id="15" name="Picture Placeholder 2"/>
          <p:cNvSpPr>
            <a:spLocks noGrp="1"/>
          </p:cNvSpPr>
          <p:nvPr>
            <p:ph type="pic" sz="quarter" idx="15"/>
          </p:nvPr>
        </p:nvSpPr>
        <p:spPr>
          <a:xfrm>
            <a:off x="8915400" y="1341120"/>
            <a:ext cx="2438400" cy="3352800"/>
          </a:xfrm>
          <a:prstGeom prst="rect">
            <a:avLst/>
          </a:prstGeom>
        </p:spPr>
        <p:txBody>
          <a:bodyPr lIns="45720" tIns="22860" rIns="45720" bIns="22860"/>
          <a:lstStyle>
            <a:lvl1pPr>
              <a:defRPr sz="1333"/>
            </a:lvl1pPr>
          </a:lstStyle>
          <a:p>
            <a:r>
              <a:rPr lang="en-US" dirty="0"/>
              <a:t>Click icon to add picture</a:t>
            </a:r>
            <a:endParaRPr lang="uk-UA"/>
          </a:p>
        </p:txBody>
      </p:sp>
      <p:sp>
        <p:nvSpPr>
          <p:cNvPr id="11" name="Title 3"/>
          <p:cNvSpPr>
            <a:spLocks noGrp="1"/>
          </p:cNvSpPr>
          <p:nvPr>
            <p:ph type="title"/>
          </p:nvPr>
        </p:nvSpPr>
        <p:spPr>
          <a:xfrm>
            <a:off x="838200" y="229851"/>
            <a:ext cx="10515600" cy="530528"/>
          </a:xfrm>
          <a:prstGeom prst="rect">
            <a:avLst/>
          </a:prstGeom>
        </p:spPr>
        <p:txBody>
          <a:bodyPr lIns="45720" tIns="22860" rIns="45720" bIns="22860"/>
          <a:lstStyle>
            <a:lvl1pPr algn="l">
              <a:defRPr sz="4267" b="1">
                <a:latin typeface="微软雅黑" panose="020B0503020204020204" pitchFamily="34" charset="-122"/>
                <a:ea typeface="微软雅黑" panose="020B0503020204020204" pitchFamily="34" charset="-122"/>
              </a:defRPr>
            </a:lvl1pPr>
          </a:lstStyle>
          <a:p>
            <a:r>
              <a:rPr lang="en-US" altLang="zh-CN" dirty="0"/>
              <a:t>Click to edit Master title style</a:t>
            </a:r>
            <a:endParaRPr lang="uk-UA" dirty="0"/>
          </a:p>
        </p:txBody>
      </p:sp>
    </p:spTree>
    <p:extLst>
      <p:ext uri="{BB962C8B-B14F-4D97-AF65-F5344CB8AC3E}">
        <p14:creationId xmlns:p14="http://schemas.microsoft.com/office/powerpoint/2010/main" val="3886434284"/>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PORTFOLIO 16">
    <p:spTree>
      <p:nvGrpSpPr>
        <p:cNvPr id="1" name=""/>
        <p:cNvGrpSpPr/>
        <p:nvPr/>
      </p:nvGrpSpPr>
      <p:grpSpPr>
        <a:xfrm>
          <a:off x="0" y="0"/>
          <a:ext cx="0" cy="0"/>
          <a:chOff x="0" y="0"/>
          <a:chExt cx="0" cy="0"/>
        </a:xfrm>
      </p:grpSpPr>
      <p:sp>
        <p:nvSpPr>
          <p:cNvPr id="3" name="Picture Placeholder 2"/>
          <p:cNvSpPr>
            <a:spLocks noGrp="1"/>
          </p:cNvSpPr>
          <p:nvPr>
            <p:ph type="pic" sz="quarter" idx="12"/>
          </p:nvPr>
        </p:nvSpPr>
        <p:spPr>
          <a:xfrm>
            <a:off x="838200" y="1701800"/>
            <a:ext cx="2438400" cy="1828800"/>
          </a:xfrm>
          <a:prstGeom prst="rect">
            <a:avLst/>
          </a:prstGeom>
        </p:spPr>
        <p:txBody>
          <a:bodyPr lIns="45720" tIns="22860" rIns="45720" bIns="22860"/>
          <a:lstStyle>
            <a:lvl1pPr>
              <a:defRPr sz="1333"/>
            </a:lvl1pPr>
          </a:lstStyle>
          <a:p>
            <a:r>
              <a:rPr lang="en-US" dirty="0"/>
              <a:t>Click icon to add picture</a:t>
            </a:r>
            <a:endParaRPr lang="uk-UA"/>
          </a:p>
        </p:txBody>
      </p:sp>
      <p:sp>
        <p:nvSpPr>
          <p:cNvPr id="13" name="Picture Placeholder 2"/>
          <p:cNvSpPr>
            <a:spLocks noGrp="1"/>
          </p:cNvSpPr>
          <p:nvPr>
            <p:ph type="pic" sz="quarter" idx="13"/>
          </p:nvPr>
        </p:nvSpPr>
        <p:spPr>
          <a:xfrm>
            <a:off x="3530600" y="1701800"/>
            <a:ext cx="2438400" cy="1828800"/>
          </a:xfrm>
          <a:prstGeom prst="rect">
            <a:avLst/>
          </a:prstGeom>
        </p:spPr>
        <p:txBody>
          <a:bodyPr lIns="45720" tIns="22860" rIns="45720" bIns="22860"/>
          <a:lstStyle>
            <a:lvl1pPr>
              <a:defRPr sz="1333"/>
            </a:lvl1pPr>
          </a:lstStyle>
          <a:p>
            <a:r>
              <a:rPr lang="en-US" dirty="0"/>
              <a:t>Click icon to add picture</a:t>
            </a:r>
            <a:endParaRPr lang="uk-UA"/>
          </a:p>
        </p:txBody>
      </p:sp>
      <p:sp>
        <p:nvSpPr>
          <p:cNvPr id="14" name="Picture Placeholder 2"/>
          <p:cNvSpPr>
            <a:spLocks noGrp="1"/>
          </p:cNvSpPr>
          <p:nvPr>
            <p:ph type="pic" sz="quarter" idx="14"/>
          </p:nvPr>
        </p:nvSpPr>
        <p:spPr>
          <a:xfrm>
            <a:off x="6223000" y="1701800"/>
            <a:ext cx="2438400" cy="1828800"/>
          </a:xfrm>
          <a:prstGeom prst="rect">
            <a:avLst/>
          </a:prstGeom>
        </p:spPr>
        <p:txBody>
          <a:bodyPr lIns="45720" tIns="22860" rIns="45720" bIns="22860"/>
          <a:lstStyle>
            <a:lvl1pPr>
              <a:defRPr sz="1333"/>
            </a:lvl1pPr>
          </a:lstStyle>
          <a:p>
            <a:r>
              <a:rPr lang="en-US" dirty="0"/>
              <a:t>Click icon to add picture</a:t>
            </a:r>
            <a:endParaRPr lang="uk-UA"/>
          </a:p>
        </p:txBody>
      </p:sp>
      <p:sp>
        <p:nvSpPr>
          <p:cNvPr id="15" name="Picture Placeholder 2"/>
          <p:cNvSpPr>
            <a:spLocks noGrp="1"/>
          </p:cNvSpPr>
          <p:nvPr>
            <p:ph type="pic" sz="quarter" idx="15"/>
          </p:nvPr>
        </p:nvSpPr>
        <p:spPr>
          <a:xfrm>
            <a:off x="8915400" y="1701800"/>
            <a:ext cx="2438400" cy="1828800"/>
          </a:xfrm>
          <a:prstGeom prst="rect">
            <a:avLst/>
          </a:prstGeom>
        </p:spPr>
        <p:txBody>
          <a:bodyPr lIns="45720" tIns="22860" rIns="45720" bIns="22860"/>
          <a:lstStyle>
            <a:lvl1pPr>
              <a:defRPr sz="1333"/>
            </a:lvl1pPr>
          </a:lstStyle>
          <a:p>
            <a:r>
              <a:rPr lang="en-US" dirty="0"/>
              <a:t>Click icon to add picture</a:t>
            </a:r>
            <a:endParaRPr lang="uk-UA"/>
          </a:p>
        </p:txBody>
      </p:sp>
      <p:sp>
        <p:nvSpPr>
          <p:cNvPr id="11" name="Title 3"/>
          <p:cNvSpPr>
            <a:spLocks noGrp="1"/>
          </p:cNvSpPr>
          <p:nvPr>
            <p:ph type="title"/>
          </p:nvPr>
        </p:nvSpPr>
        <p:spPr>
          <a:xfrm>
            <a:off x="838200" y="229851"/>
            <a:ext cx="10515600" cy="530528"/>
          </a:xfrm>
          <a:prstGeom prst="rect">
            <a:avLst/>
          </a:prstGeom>
        </p:spPr>
        <p:txBody>
          <a:bodyPr lIns="45720" tIns="22860" rIns="45720" bIns="22860"/>
          <a:lstStyle>
            <a:lvl1pPr algn="l">
              <a:defRPr sz="4267" b="1">
                <a:latin typeface="微软雅黑" panose="020B0503020204020204" pitchFamily="34" charset="-122"/>
                <a:ea typeface="微软雅黑" panose="020B0503020204020204" pitchFamily="34" charset="-122"/>
              </a:defRPr>
            </a:lvl1pPr>
          </a:lstStyle>
          <a:p>
            <a:r>
              <a:rPr lang="en-US" altLang="zh-CN" dirty="0"/>
              <a:t>Click to edit Master title style</a:t>
            </a:r>
            <a:endParaRPr lang="uk-UA" dirty="0"/>
          </a:p>
        </p:txBody>
      </p:sp>
    </p:spTree>
    <p:extLst>
      <p:ext uri="{BB962C8B-B14F-4D97-AF65-F5344CB8AC3E}">
        <p14:creationId xmlns:p14="http://schemas.microsoft.com/office/powerpoint/2010/main" val="3752900638"/>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PORTFOLIO 17">
    <p:spTree>
      <p:nvGrpSpPr>
        <p:cNvPr id="1" name=""/>
        <p:cNvGrpSpPr/>
        <p:nvPr/>
      </p:nvGrpSpPr>
      <p:grpSpPr>
        <a:xfrm>
          <a:off x="0" y="0"/>
          <a:ext cx="0" cy="0"/>
          <a:chOff x="0" y="0"/>
          <a:chExt cx="0" cy="0"/>
        </a:xfrm>
      </p:grpSpPr>
      <p:sp>
        <p:nvSpPr>
          <p:cNvPr id="7" name="Slide Number Placeholder 6"/>
          <p:cNvSpPr>
            <a:spLocks noGrp="1"/>
          </p:cNvSpPr>
          <p:nvPr>
            <p:ph type="sldNum" sz="quarter" idx="11"/>
          </p:nvPr>
        </p:nvSpPr>
        <p:spPr>
          <a:xfrm>
            <a:off x="11331131" y="315837"/>
            <a:ext cx="556069" cy="471563"/>
          </a:xfrm>
          <a:prstGeom prst="rect">
            <a:avLst/>
          </a:prstGeom>
        </p:spPr>
        <p:txBody>
          <a:bodyPr/>
          <a:lstStyle/>
          <a:p>
            <a:fld id="{EFAF4AA5-1B32-4B1D-9466-74C2062FAF79}" type="slidenum">
              <a:rPr lang="uk-UA">
                <a:solidFill>
                  <a:srgbClr val="44546A"/>
                </a:solidFill>
              </a:rPr>
              <a:pPr/>
              <a:t>‹#›</a:t>
            </a:fld>
            <a:endParaRPr lang="uk-UA" dirty="0">
              <a:solidFill>
                <a:srgbClr val="44546A"/>
              </a:solidFill>
            </a:endParaRPr>
          </a:p>
        </p:txBody>
      </p:sp>
      <p:sp>
        <p:nvSpPr>
          <p:cNvPr id="3" name="Picture Placeholder 2"/>
          <p:cNvSpPr>
            <a:spLocks noGrp="1"/>
          </p:cNvSpPr>
          <p:nvPr>
            <p:ph type="pic" sz="quarter" idx="12"/>
          </p:nvPr>
        </p:nvSpPr>
        <p:spPr>
          <a:xfrm>
            <a:off x="838200" y="1722120"/>
            <a:ext cx="2438400" cy="1828800"/>
          </a:xfrm>
          <a:prstGeom prst="rect">
            <a:avLst/>
          </a:prstGeom>
        </p:spPr>
        <p:txBody>
          <a:bodyPr lIns="45720" tIns="22860" rIns="45720" bIns="22860"/>
          <a:lstStyle>
            <a:lvl1pPr>
              <a:defRPr sz="1333"/>
            </a:lvl1pPr>
          </a:lstStyle>
          <a:p>
            <a:r>
              <a:rPr lang="en-US" dirty="0"/>
              <a:t>Click icon to add picture</a:t>
            </a:r>
            <a:endParaRPr lang="uk-UA"/>
          </a:p>
        </p:txBody>
      </p:sp>
      <p:sp>
        <p:nvSpPr>
          <p:cNvPr id="13" name="Picture Placeholder 2"/>
          <p:cNvSpPr>
            <a:spLocks noGrp="1"/>
          </p:cNvSpPr>
          <p:nvPr>
            <p:ph type="pic" sz="quarter" idx="13"/>
          </p:nvPr>
        </p:nvSpPr>
        <p:spPr>
          <a:xfrm>
            <a:off x="838200" y="4038600"/>
            <a:ext cx="2438400" cy="1828800"/>
          </a:xfrm>
          <a:prstGeom prst="rect">
            <a:avLst/>
          </a:prstGeom>
        </p:spPr>
        <p:txBody>
          <a:bodyPr lIns="45720" tIns="22860" rIns="45720" bIns="22860"/>
          <a:lstStyle>
            <a:lvl1pPr>
              <a:defRPr sz="1333"/>
            </a:lvl1pPr>
          </a:lstStyle>
          <a:p>
            <a:r>
              <a:rPr lang="en-US" dirty="0"/>
              <a:t>Click icon to add picture</a:t>
            </a:r>
            <a:endParaRPr lang="uk-UA"/>
          </a:p>
        </p:txBody>
      </p:sp>
      <p:sp>
        <p:nvSpPr>
          <p:cNvPr id="14" name="Picture Placeholder 2"/>
          <p:cNvSpPr>
            <a:spLocks noGrp="1"/>
          </p:cNvSpPr>
          <p:nvPr>
            <p:ph type="pic" sz="quarter" idx="14"/>
          </p:nvPr>
        </p:nvSpPr>
        <p:spPr>
          <a:xfrm>
            <a:off x="6223000" y="1722120"/>
            <a:ext cx="2438400" cy="1828800"/>
          </a:xfrm>
          <a:prstGeom prst="rect">
            <a:avLst/>
          </a:prstGeom>
        </p:spPr>
        <p:txBody>
          <a:bodyPr lIns="45720" tIns="22860" rIns="45720" bIns="22860"/>
          <a:lstStyle>
            <a:lvl1pPr>
              <a:defRPr sz="1333"/>
            </a:lvl1pPr>
          </a:lstStyle>
          <a:p>
            <a:r>
              <a:rPr lang="en-US" dirty="0"/>
              <a:t>Click icon to add picture</a:t>
            </a:r>
            <a:endParaRPr lang="uk-UA"/>
          </a:p>
        </p:txBody>
      </p:sp>
      <p:sp>
        <p:nvSpPr>
          <p:cNvPr id="15" name="Picture Placeholder 2"/>
          <p:cNvSpPr>
            <a:spLocks noGrp="1"/>
          </p:cNvSpPr>
          <p:nvPr>
            <p:ph type="pic" sz="quarter" idx="15"/>
          </p:nvPr>
        </p:nvSpPr>
        <p:spPr>
          <a:xfrm>
            <a:off x="6223000" y="4038600"/>
            <a:ext cx="2438400" cy="1828800"/>
          </a:xfrm>
          <a:prstGeom prst="rect">
            <a:avLst/>
          </a:prstGeom>
        </p:spPr>
        <p:txBody>
          <a:bodyPr lIns="45720" tIns="22860" rIns="45720" bIns="22860"/>
          <a:lstStyle>
            <a:lvl1pPr>
              <a:defRPr sz="1333"/>
            </a:lvl1pPr>
          </a:lstStyle>
          <a:p>
            <a:r>
              <a:rPr lang="en-US" dirty="0"/>
              <a:t>Click icon to add picture</a:t>
            </a:r>
            <a:endParaRPr lang="uk-UA"/>
          </a:p>
        </p:txBody>
      </p:sp>
      <p:sp>
        <p:nvSpPr>
          <p:cNvPr id="11" name="Title 3"/>
          <p:cNvSpPr>
            <a:spLocks noGrp="1"/>
          </p:cNvSpPr>
          <p:nvPr>
            <p:ph type="title"/>
          </p:nvPr>
        </p:nvSpPr>
        <p:spPr>
          <a:xfrm>
            <a:off x="838200" y="229851"/>
            <a:ext cx="10515600" cy="530528"/>
          </a:xfrm>
          <a:prstGeom prst="rect">
            <a:avLst/>
          </a:prstGeom>
        </p:spPr>
        <p:txBody>
          <a:bodyPr lIns="45720" tIns="22860" rIns="45720" bIns="22860"/>
          <a:lstStyle>
            <a:lvl1pPr algn="l">
              <a:defRPr sz="4267" b="1">
                <a:latin typeface="微软雅黑" panose="020B0503020204020204" pitchFamily="34" charset="-122"/>
                <a:ea typeface="微软雅黑" panose="020B0503020204020204" pitchFamily="34" charset="-122"/>
              </a:defRPr>
            </a:lvl1pPr>
          </a:lstStyle>
          <a:p>
            <a:r>
              <a:rPr lang="en-US" altLang="zh-CN" dirty="0"/>
              <a:t>Click to edit Master title style</a:t>
            </a:r>
            <a:endParaRPr lang="uk-UA" dirty="0"/>
          </a:p>
        </p:txBody>
      </p:sp>
    </p:spTree>
    <p:extLst>
      <p:ext uri="{BB962C8B-B14F-4D97-AF65-F5344CB8AC3E}">
        <p14:creationId xmlns:p14="http://schemas.microsoft.com/office/powerpoint/2010/main" val="3902629612"/>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PORTFOLIO 18">
    <p:spTree>
      <p:nvGrpSpPr>
        <p:cNvPr id="1" name=""/>
        <p:cNvGrpSpPr/>
        <p:nvPr/>
      </p:nvGrpSpPr>
      <p:grpSpPr>
        <a:xfrm>
          <a:off x="0" y="0"/>
          <a:ext cx="0" cy="0"/>
          <a:chOff x="0" y="0"/>
          <a:chExt cx="0" cy="0"/>
        </a:xfrm>
      </p:grpSpPr>
      <p:sp>
        <p:nvSpPr>
          <p:cNvPr id="7" name="Slide Number Placeholder 6"/>
          <p:cNvSpPr>
            <a:spLocks noGrp="1"/>
          </p:cNvSpPr>
          <p:nvPr>
            <p:ph type="sldNum" sz="quarter" idx="11"/>
          </p:nvPr>
        </p:nvSpPr>
        <p:spPr>
          <a:xfrm>
            <a:off x="11331131" y="315837"/>
            <a:ext cx="556069" cy="471563"/>
          </a:xfrm>
          <a:prstGeom prst="rect">
            <a:avLst/>
          </a:prstGeom>
        </p:spPr>
        <p:txBody>
          <a:bodyPr/>
          <a:lstStyle/>
          <a:p>
            <a:fld id="{EFAF4AA5-1B32-4B1D-9466-74C2062FAF79}" type="slidenum">
              <a:rPr lang="uk-UA">
                <a:solidFill>
                  <a:srgbClr val="44546A"/>
                </a:solidFill>
              </a:rPr>
              <a:pPr/>
              <a:t>‹#›</a:t>
            </a:fld>
            <a:endParaRPr lang="uk-UA">
              <a:solidFill>
                <a:srgbClr val="44546A"/>
              </a:solidFill>
            </a:endParaRPr>
          </a:p>
        </p:txBody>
      </p:sp>
      <p:sp>
        <p:nvSpPr>
          <p:cNvPr id="3" name="Picture Placeholder 2"/>
          <p:cNvSpPr>
            <a:spLocks noGrp="1"/>
          </p:cNvSpPr>
          <p:nvPr>
            <p:ph type="pic" sz="quarter" idx="12"/>
          </p:nvPr>
        </p:nvSpPr>
        <p:spPr>
          <a:xfrm>
            <a:off x="792480" y="1722120"/>
            <a:ext cx="2133600" cy="2133600"/>
          </a:xfrm>
          <a:prstGeom prst="rect">
            <a:avLst/>
          </a:prstGeom>
        </p:spPr>
        <p:txBody>
          <a:bodyPr lIns="45720" tIns="22860" rIns="45720" bIns="22860"/>
          <a:lstStyle>
            <a:lvl1pPr>
              <a:defRPr sz="1333"/>
            </a:lvl1pPr>
          </a:lstStyle>
          <a:p>
            <a:r>
              <a:rPr lang="en-US" dirty="0"/>
              <a:t>Click icon to add picture</a:t>
            </a:r>
            <a:endParaRPr lang="uk-UA"/>
          </a:p>
        </p:txBody>
      </p:sp>
      <p:sp>
        <p:nvSpPr>
          <p:cNvPr id="8" name="Picture Placeholder 2"/>
          <p:cNvSpPr>
            <a:spLocks noGrp="1"/>
          </p:cNvSpPr>
          <p:nvPr>
            <p:ph type="pic" sz="quarter" idx="13"/>
          </p:nvPr>
        </p:nvSpPr>
        <p:spPr>
          <a:xfrm>
            <a:off x="792480" y="4038600"/>
            <a:ext cx="2133600" cy="2133600"/>
          </a:xfrm>
          <a:prstGeom prst="rect">
            <a:avLst/>
          </a:prstGeom>
        </p:spPr>
        <p:txBody>
          <a:bodyPr lIns="45720" tIns="22860" rIns="45720" bIns="22860"/>
          <a:lstStyle>
            <a:lvl1pPr>
              <a:defRPr sz="1333"/>
            </a:lvl1pPr>
          </a:lstStyle>
          <a:p>
            <a:r>
              <a:rPr lang="en-US" dirty="0"/>
              <a:t>Click icon to add picture</a:t>
            </a:r>
            <a:endParaRPr lang="uk-UA"/>
          </a:p>
        </p:txBody>
      </p:sp>
      <p:sp>
        <p:nvSpPr>
          <p:cNvPr id="9" name="Picture Placeholder 2"/>
          <p:cNvSpPr>
            <a:spLocks noGrp="1"/>
          </p:cNvSpPr>
          <p:nvPr>
            <p:ph type="pic" sz="quarter" idx="14"/>
          </p:nvPr>
        </p:nvSpPr>
        <p:spPr>
          <a:xfrm>
            <a:off x="3108960" y="1722120"/>
            <a:ext cx="2133600" cy="2133600"/>
          </a:xfrm>
          <a:prstGeom prst="rect">
            <a:avLst/>
          </a:prstGeom>
        </p:spPr>
        <p:txBody>
          <a:bodyPr lIns="45720" tIns="22860" rIns="45720" bIns="22860"/>
          <a:lstStyle>
            <a:lvl1pPr>
              <a:defRPr sz="1333"/>
            </a:lvl1pPr>
          </a:lstStyle>
          <a:p>
            <a:r>
              <a:rPr lang="en-US" dirty="0"/>
              <a:t>Click icon to add picture</a:t>
            </a:r>
            <a:endParaRPr lang="uk-UA"/>
          </a:p>
        </p:txBody>
      </p:sp>
      <p:sp>
        <p:nvSpPr>
          <p:cNvPr id="10" name="Picture Placeholder 2"/>
          <p:cNvSpPr>
            <a:spLocks noGrp="1"/>
          </p:cNvSpPr>
          <p:nvPr>
            <p:ph type="pic" sz="quarter" idx="15"/>
          </p:nvPr>
        </p:nvSpPr>
        <p:spPr>
          <a:xfrm>
            <a:off x="3108960" y="4038600"/>
            <a:ext cx="2133600" cy="2133600"/>
          </a:xfrm>
          <a:prstGeom prst="rect">
            <a:avLst/>
          </a:prstGeom>
        </p:spPr>
        <p:txBody>
          <a:bodyPr lIns="45720" tIns="22860" rIns="45720" bIns="22860"/>
          <a:lstStyle>
            <a:lvl1pPr>
              <a:defRPr sz="1333"/>
            </a:lvl1pPr>
          </a:lstStyle>
          <a:p>
            <a:r>
              <a:rPr lang="en-US" dirty="0"/>
              <a:t>Click icon to add picture</a:t>
            </a:r>
            <a:endParaRPr lang="uk-UA"/>
          </a:p>
        </p:txBody>
      </p:sp>
      <p:sp>
        <p:nvSpPr>
          <p:cNvPr id="13" name="Title 3"/>
          <p:cNvSpPr>
            <a:spLocks noGrp="1"/>
          </p:cNvSpPr>
          <p:nvPr>
            <p:ph type="title"/>
          </p:nvPr>
        </p:nvSpPr>
        <p:spPr>
          <a:xfrm>
            <a:off x="838200" y="229851"/>
            <a:ext cx="10515600" cy="530528"/>
          </a:xfrm>
          <a:prstGeom prst="rect">
            <a:avLst/>
          </a:prstGeom>
        </p:spPr>
        <p:txBody>
          <a:bodyPr lIns="45720" tIns="22860" rIns="45720" bIns="22860"/>
          <a:lstStyle>
            <a:lvl1pPr algn="l">
              <a:defRPr sz="4267" b="1">
                <a:latin typeface="微软雅黑" panose="020B0503020204020204" pitchFamily="34" charset="-122"/>
                <a:ea typeface="微软雅黑" panose="020B0503020204020204" pitchFamily="34" charset="-122"/>
              </a:defRPr>
            </a:lvl1pPr>
          </a:lstStyle>
          <a:p>
            <a:r>
              <a:rPr lang="en-US" altLang="zh-CN" dirty="0"/>
              <a:t>Click to edit Master title style</a:t>
            </a:r>
            <a:endParaRPr lang="uk-UA" dirty="0"/>
          </a:p>
        </p:txBody>
      </p:sp>
    </p:spTree>
    <p:extLst>
      <p:ext uri="{BB962C8B-B14F-4D97-AF65-F5344CB8AC3E}">
        <p14:creationId xmlns:p14="http://schemas.microsoft.com/office/powerpoint/2010/main" val="3124745938"/>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PORTFOLIO 19">
    <p:spTree>
      <p:nvGrpSpPr>
        <p:cNvPr id="1" name=""/>
        <p:cNvGrpSpPr/>
        <p:nvPr/>
      </p:nvGrpSpPr>
      <p:grpSpPr>
        <a:xfrm>
          <a:off x="0" y="0"/>
          <a:ext cx="0" cy="0"/>
          <a:chOff x="0" y="0"/>
          <a:chExt cx="0" cy="0"/>
        </a:xfrm>
      </p:grpSpPr>
      <p:sp>
        <p:nvSpPr>
          <p:cNvPr id="3" name="Picture Placeholder 2"/>
          <p:cNvSpPr>
            <a:spLocks noGrp="1"/>
          </p:cNvSpPr>
          <p:nvPr>
            <p:ph type="pic" sz="quarter" idx="12"/>
          </p:nvPr>
        </p:nvSpPr>
        <p:spPr>
          <a:xfrm>
            <a:off x="838200" y="1640840"/>
            <a:ext cx="3352800" cy="1828800"/>
          </a:xfrm>
          <a:prstGeom prst="rect">
            <a:avLst/>
          </a:prstGeom>
        </p:spPr>
        <p:txBody>
          <a:bodyPr lIns="45720" tIns="22860" rIns="45720" bIns="22860"/>
          <a:lstStyle>
            <a:lvl1pPr>
              <a:defRPr sz="1333"/>
            </a:lvl1pPr>
          </a:lstStyle>
          <a:p>
            <a:r>
              <a:rPr lang="en-US" dirty="0"/>
              <a:t>Click icon to add picture</a:t>
            </a:r>
            <a:endParaRPr lang="uk-UA"/>
          </a:p>
        </p:txBody>
      </p:sp>
      <p:sp>
        <p:nvSpPr>
          <p:cNvPr id="8" name="Picture Placeholder 2"/>
          <p:cNvSpPr>
            <a:spLocks noGrp="1"/>
          </p:cNvSpPr>
          <p:nvPr>
            <p:ph type="pic" sz="quarter" idx="13"/>
          </p:nvPr>
        </p:nvSpPr>
        <p:spPr>
          <a:xfrm>
            <a:off x="8001000" y="1640840"/>
            <a:ext cx="3352800" cy="1828800"/>
          </a:xfrm>
          <a:prstGeom prst="rect">
            <a:avLst/>
          </a:prstGeom>
        </p:spPr>
        <p:txBody>
          <a:bodyPr lIns="45720" tIns="22860" rIns="45720" bIns="22860"/>
          <a:lstStyle>
            <a:lvl1pPr>
              <a:defRPr sz="1333"/>
            </a:lvl1pPr>
          </a:lstStyle>
          <a:p>
            <a:r>
              <a:rPr lang="en-US" dirty="0"/>
              <a:t>Click icon to add picture</a:t>
            </a:r>
            <a:endParaRPr lang="uk-UA"/>
          </a:p>
        </p:txBody>
      </p:sp>
      <p:sp>
        <p:nvSpPr>
          <p:cNvPr id="9" name="Picture Placeholder 2"/>
          <p:cNvSpPr>
            <a:spLocks noGrp="1"/>
          </p:cNvSpPr>
          <p:nvPr>
            <p:ph type="pic" sz="quarter" idx="14"/>
          </p:nvPr>
        </p:nvSpPr>
        <p:spPr>
          <a:xfrm>
            <a:off x="4419600" y="1640840"/>
            <a:ext cx="3352800" cy="1828800"/>
          </a:xfrm>
          <a:prstGeom prst="rect">
            <a:avLst/>
          </a:prstGeom>
        </p:spPr>
        <p:txBody>
          <a:bodyPr lIns="45720" tIns="22860" rIns="45720" bIns="22860"/>
          <a:lstStyle>
            <a:lvl1pPr>
              <a:defRPr sz="1333"/>
            </a:lvl1pPr>
          </a:lstStyle>
          <a:p>
            <a:r>
              <a:rPr lang="en-US" dirty="0"/>
              <a:t>Click icon to add picture</a:t>
            </a:r>
            <a:endParaRPr lang="uk-UA"/>
          </a:p>
        </p:txBody>
      </p:sp>
      <p:sp>
        <p:nvSpPr>
          <p:cNvPr id="10" name="Picture Placeholder 2"/>
          <p:cNvSpPr>
            <a:spLocks noGrp="1"/>
          </p:cNvSpPr>
          <p:nvPr>
            <p:ph type="pic" sz="quarter" idx="15"/>
          </p:nvPr>
        </p:nvSpPr>
        <p:spPr>
          <a:xfrm>
            <a:off x="838200" y="4140200"/>
            <a:ext cx="3352800" cy="1828800"/>
          </a:xfrm>
          <a:prstGeom prst="rect">
            <a:avLst/>
          </a:prstGeom>
        </p:spPr>
        <p:txBody>
          <a:bodyPr lIns="45720" tIns="22860" rIns="45720" bIns="22860"/>
          <a:lstStyle>
            <a:lvl1pPr>
              <a:defRPr sz="1333"/>
            </a:lvl1pPr>
          </a:lstStyle>
          <a:p>
            <a:r>
              <a:rPr lang="en-US" dirty="0"/>
              <a:t>Click icon to add picture</a:t>
            </a:r>
            <a:endParaRPr lang="uk-UA"/>
          </a:p>
        </p:txBody>
      </p:sp>
      <p:sp>
        <p:nvSpPr>
          <p:cNvPr id="11" name="Picture Placeholder 2"/>
          <p:cNvSpPr>
            <a:spLocks noGrp="1"/>
          </p:cNvSpPr>
          <p:nvPr>
            <p:ph type="pic" sz="quarter" idx="16"/>
          </p:nvPr>
        </p:nvSpPr>
        <p:spPr>
          <a:xfrm>
            <a:off x="8001000" y="4140200"/>
            <a:ext cx="3352800" cy="1828800"/>
          </a:xfrm>
          <a:prstGeom prst="rect">
            <a:avLst/>
          </a:prstGeom>
        </p:spPr>
        <p:txBody>
          <a:bodyPr lIns="45720" tIns="22860" rIns="45720" bIns="22860"/>
          <a:lstStyle>
            <a:lvl1pPr>
              <a:defRPr sz="1333"/>
            </a:lvl1pPr>
          </a:lstStyle>
          <a:p>
            <a:r>
              <a:rPr lang="en-US" dirty="0"/>
              <a:t>Click icon to add picture</a:t>
            </a:r>
            <a:endParaRPr lang="uk-UA"/>
          </a:p>
        </p:txBody>
      </p:sp>
      <p:sp>
        <p:nvSpPr>
          <p:cNvPr id="12" name="Picture Placeholder 2"/>
          <p:cNvSpPr>
            <a:spLocks noGrp="1"/>
          </p:cNvSpPr>
          <p:nvPr>
            <p:ph type="pic" sz="quarter" idx="17"/>
          </p:nvPr>
        </p:nvSpPr>
        <p:spPr>
          <a:xfrm>
            <a:off x="4419600" y="4140200"/>
            <a:ext cx="3352800" cy="1828800"/>
          </a:xfrm>
          <a:prstGeom prst="rect">
            <a:avLst/>
          </a:prstGeom>
        </p:spPr>
        <p:txBody>
          <a:bodyPr lIns="45720" tIns="22860" rIns="45720" bIns="22860"/>
          <a:lstStyle>
            <a:lvl1pPr>
              <a:defRPr sz="1333"/>
            </a:lvl1pPr>
          </a:lstStyle>
          <a:p>
            <a:r>
              <a:rPr lang="en-US" dirty="0"/>
              <a:t>Click icon to add picture</a:t>
            </a:r>
            <a:endParaRPr lang="uk-UA"/>
          </a:p>
        </p:txBody>
      </p:sp>
      <p:sp>
        <p:nvSpPr>
          <p:cNvPr id="14" name="Slide Number Placeholder 4"/>
          <p:cNvSpPr>
            <a:spLocks noGrp="1"/>
          </p:cNvSpPr>
          <p:nvPr>
            <p:ph type="sldNum" sz="quarter" idx="4"/>
          </p:nvPr>
        </p:nvSpPr>
        <p:spPr>
          <a:xfrm>
            <a:off x="11331131" y="315837"/>
            <a:ext cx="556069" cy="471563"/>
          </a:xfrm>
          <a:prstGeom prst="rect">
            <a:avLst/>
          </a:prstGeom>
        </p:spPr>
        <p:txBody>
          <a:bodyPr/>
          <a:lstStyle>
            <a:lvl1pPr algn="ctr">
              <a:defRPr sz="1800">
                <a:solidFill>
                  <a:schemeClr val="bg1"/>
                </a:solidFill>
              </a:defRPr>
            </a:lvl1pPr>
          </a:lstStyle>
          <a:p>
            <a:fld id="{5DE872C3-2ED1-43FB-B3C4-BA6F078D7CD3}" type="slidenum">
              <a:rPr lang="en-US" smtClean="0">
                <a:solidFill>
                  <a:prstClr val="white"/>
                </a:solidFill>
              </a:rPr>
              <a:pPr/>
              <a:t>‹#›</a:t>
            </a:fld>
            <a:endParaRPr lang="en-US" dirty="0">
              <a:solidFill>
                <a:prstClr val="white"/>
              </a:solidFill>
            </a:endParaRPr>
          </a:p>
        </p:txBody>
      </p:sp>
      <p:sp>
        <p:nvSpPr>
          <p:cNvPr id="15" name="Title 3"/>
          <p:cNvSpPr>
            <a:spLocks noGrp="1"/>
          </p:cNvSpPr>
          <p:nvPr>
            <p:ph type="title"/>
          </p:nvPr>
        </p:nvSpPr>
        <p:spPr>
          <a:xfrm>
            <a:off x="838200" y="229851"/>
            <a:ext cx="10515600" cy="530528"/>
          </a:xfrm>
          <a:prstGeom prst="rect">
            <a:avLst/>
          </a:prstGeom>
        </p:spPr>
        <p:txBody>
          <a:bodyPr lIns="45720" tIns="22860" rIns="45720" bIns="22860"/>
          <a:lstStyle>
            <a:lvl1pPr algn="l">
              <a:defRPr sz="4267" b="1">
                <a:latin typeface="微软雅黑" panose="020B0503020204020204" pitchFamily="34" charset="-122"/>
                <a:ea typeface="微软雅黑" panose="020B0503020204020204" pitchFamily="34" charset="-122"/>
              </a:defRPr>
            </a:lvl1pPr>
          </a:lstStyle>
          <a:p>
            <a:r>
              <a:rPr lang="en-US" altLang="zh-CN" dirty="0"/>
              <a:t>Click to edit Master title style</a:t>
            </a:r>
            <a:endParaRPr lang="uk-UA" dirty="0"/>
          </a:p>
        </p:txBody>
      </p:sp>
    </p:spTree>
    <p:extLst>
      <p:ext uri="{BB962C8B-B14F-4D97-AF65-F5344CB8AC3E}">
        <p14:creationId xmlns:p14="http://schemas.microsoft.com/office/powerpoint/2010/main" val="75117296"/>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PORTFOLIO 20">
    <p:spTree>
      <p:nvGrpSpPr>
        <p:cNvPr id="1" name=""/>
        <p:cNvGrpSpPr/>
        <p:nvPr/>
      </p:nvGrpSpPr>
      <p:grpSpPr>
        <a:xfrm>
          <a:off x="0" y="0"/>
          <a:ext cx="0" cy="0"/>
          <a:chOff x="0" y="0"/>
          <a:chExt cx="0" cy="0"/>
        </a:xfrm>
      </p:grpSpPr>
      <p:sp>
        <p:nvSpPr>
          <p:cNvPr id="3" name="Picture Placeholder 2"/>
          <p:cNvSpPr>
            <a:spLocks noGrp="1"/>
          </p:cNvSpPr>
          <p:nvPr>
            <p:ph type="pic" sz="quarter" idx="12"/>
          </p:nvPr>
        </p:nvSpPr>
        <p:spPr>
          <a:xfrm>
            <a:off x="863600" y="1718056"/>
            <a:ext cx="2438400" cy="1828800"/>
          </a:xfrm>
          <a:prstGeom prst="rect">
            <a:avLst/>
          </a:prstGeom>
        </p:spPr>
        <p:txBody>
          <a:bodyPr lIns="45720" tIns="22860" rIns="45720" bIns="22860"/>
          <a:lstStyle>
            <a:lvl1pPr>
              <a:defRPr sz="1333"/>
            </a:lvl1pPr>
          </a:lstStyle>
          <a:p>
            <a:r>
              <a:rPr lang="en-US" dirty="0"/>
              <a:t>Click icon to add picture</a:t>
            </a:r>
            <a:endParaRPr lang="uk-UA"/>
          </a:p>
        </p:txBody>
      </p:sp>
      <p:sp>
        <p:nvSpPr>
          <p:cNvPr id="13" name="Picture Placeholder 2"/>
          <p:cNvSpPr>
            <a:spLocks noGrp="1"/>
          </p:cNvSpPr>
          <p:nvPr>
            <p:ph type="pic" sz="quarter" idx="13"/>
          </p:nvPr>
        </p:nvSpPr>
        <p:spPr>
          <a:xfrm>
            <a:off x="3556000" y="1718056"/>
            <a:ext cx="2438400" cy="1828800"/>
          </a:xfrm>
          <a:prstGeom prst="rect">
            <a:avLst/>
          </a:prstGeom>
        </p:spPr>
        <p:txBody>
          <a:bodyPr lIns="45720" tIns="22860" rIns="45720" bIns="22860"/>
          <a:lstStyle>
            <a:lvl1pPr>
              <a:defRPr sz="1333"/>
            </a:lvl1pPr>
          </a:lstStyle>
          <a:p>
            <a:r>
              <a:rPr lang="en-US" dirty="0"/>
              <a:t>Click icon to add picture</a:t>
            </a:r>
            <a:endParaRPr lang="uk-UA"/>
          </a:p>
        </p:txBody>
      </p:sp>
      <p:sp>
        <p:nvSpPr>
          <p:cNvPr id="14" name="Picture Placeholder 2"/>
          <p:cNvSpPr>
            <a:spLocks noGrp="1"/>
          </p:cNvSpPr>
          <p:nvPr>
            <p:ph type="pic" sz="quarter" idx="14"/>
          </p:nvPr>
        </p:nvSpPr>
        <p:spPr>
          <a:xfrm>
            <a:off x="6248400" y="1718056"/>
            <a:ext cx="2438400" cy="1828800"/>
          </a:xfrm>
          <a:prstGeom prst="rect">
            <a:avLst/>
          </a:prstGeom>
        </p:spPr>
        <p:txBody>
          <a:bodyPr lIns="45720" tIns="22860" rIns="45720" bIns="22860"/>
          <a:lstStyle>
            <a:lvl1pPr>
              <a:defRPr sz="1333"/>
            </a:lvl1pPr>
          </a:lstStyle>
          <a:p>
            <a:r>
              <a:rPr lang="en-US" dirty="0"/>
              <a:t>Click icon to add picture</a:t>
            </a:r>
            <a:endParaRPr lang="uk-UA"/>
          </a:p>
        </p:txBody>
      </p:sp>
      <p:sp>
        <p:nvSpPr>
          <p:cNvPr id="15" name="Picture Placeholder 2"/>
          <p:cNvSpPr>
            <a:spLocks noGrp="1"/>
          </p:cNvSpPr>
          <p:nvPr>
            <p:ph type="pic" sz="quarter" idx="15"/>
          </p:nvPr>
        </p:nvSpPr>
        <p:spPr>
          <a:xfrm>
            <a:off x="8940800" y="1718056"/>
            <a:ext cx="2438400" cy="1828800"/>
          </a:xfrm>
          <a:prstGeom prst="rect">
            <a:avLst/>
          </a:prstGeom>
        </p:spPr>
        <p:txBody>
          <a:bodyPr lIns="45720" tIns="22860" rIns="45720" bIns="22860"/>
          <a:lstStyle>
            <a:lvl1pPr>
              <a:defRPr sz="1333"/>
            </a:lvl1pPr>
          </a:lstStyle>
          <a:p>
            <a:r>
              <a:rPr lang="en-US" dirty="0"/>
              <a:t>Click icon to add picture</a:t>
            </a:r>
            <a:endParaRPr lang="uk-UA"/>
          </a:p>
        </p:txBody>
      </p:sp>
      <p:sp>
        <p:nvSpPr>
          <p:cNvPr id="9" name="Picture Placeholder 2"/>
          <p:cNvSpPr>
            <a:spLocks noGrp="1"/>
          </p:cNvSpPr>
          <p:nvPr>
            <p:ph type="pic" sz="quarter" idx="16"/>
          </p:nvPr>
        </p:nvSpPr>
        <p:spPr>
          <a:xfrm>
            <a:off x="863600" y="4241800"/>
            <a:ext cx="2438400" cy="1828800"/>
          </a:xfrm>
          <a:prstGeom prst="rect">
            <a:avLst/>
          </a:prstGeom>
        </p:spPr>
        <p:txBody>
          <a:bodyPr lIns="45720" tIns="22860" rIns="45720" bIns="22860"/>
          <a:lstStyle>
            <a:lvl1pPr>
              <a:defRPr sz="1333"/>
            </a:lvl1pPr>
          </a:lstStyle>
          <a:p>
            <a:r>
              <a:rPr lang="en-US" dirty="0"/>
              <a:t>Click icon to add picture</a:t>
            </a:r>
            <a:endParaRPr lang="uk-UA"/>
          </a:p>
        </p:txBody>
      </p:sp>
      <p:sp>
        <p:nvSpPr>
          <p:cNvPr id="10" name="Picture Placeholder 2"/>
          <p:cNvSpPr>
            <a:spLocks noGrp="1"/>
          </p:cNvSpPr>
          <p:nvPr>
            <p:ph type="pic" sz="quarter" idx="17"/>
          </p:nvPr>
        </p:nvSpPr>
        <p:spPr>
          <a:xfrm>
            <a:off x="3556000" y="4241800"/>
            <a:ext cx="2438400" cy="1828800"/>
          </a:xfrm>
          <a:prstGeom prst="rect">
            <a:avLst/>
          </a:prstGeom>
        </p:spPr>
        <p:txBody>
          <a:bodyPr lIns="45720" tIns="22860" rIns="45720" bIns="22860"/>
          <a:lstStyle>
            <a:lvl1pPr>
              <a:defRPr sz="1333"/>
            </a:lvl1pPr>
          </a:lstStyle>
          <a:p>
            <a:r>
              <a:rPr lang="en-US" dirty="0"/>
              <a:t>Click icon to add picture</a:t>
            </a:r>
            <a:endParaRPr lang="uk-UA"/>
          </a:p>
        </p:txBody>
      </p:sp>
      <p:sp>
        <p:nvSpPr>
          <p:cNvPr id="11" name="Picture Placeholder 2"/>
          <p:cNvSpPr>
            <a:spLocks noGrp="1"/>
          </p:cNvSpPr>
          <p:nvPr>
            <p:ph type="pic" sz="quarter" idx="18"/>
          </p:nvPr>
        </p:nvSpPr>
        <p:spPr>
          <a:xfrm>
            <a:off x="6248400" y="4241800"/>
            <a:ext cx="2438400" cy="1828800"/>
          </a:xfrm>
          <a:prstGeom prst="rect">
            <a:avLst/>
          </a:prstGeom>
        </p:spPr>
        <p:txBody>
          <a:bodyPr lIns="45720" tIns="22860" rIns="45720" bIns="22860"/>
          <a:lstStyle>
            <a:lvl1pPr>
              <a:defRPr sz="1333"/>
            </a:lvl1pPr>
          </a:lstStyle>
          <a:p>
            <a:r>
              <a:rPr lang="en-US" dirty="0"/>
              <a:t>Click icon to add picture</a:t>
            </a:r>
            <a:endParaRPr lang="uk-UA"/>
          </a:p>
        </p:txBody>
      </p:sp>
      <p:sp>
        <p:nvSpPr>
          <p:cNvPr id="12" name="Picture Placeholder 2"/>
          <p:cNvSpPr>
            <a:spLocks noGrp="1"/>
          </p:cNvSpPr>
          <p:nvPr>
            <p:ph type="pic" sz="quarter" idx="19"/>
          </p:nvPr>
        </p:nvSpPr>
        <p:spPr>
          <a:xfrm>
            <a:off x="8940800" y="4241800"/>
            <a:ext cx="2438400" cy="1828800"/>
          </a:xfrm>
          <a:prstGeom prst="rect">
            <a:avLst/>
          </a:prstGeom>
        </p:spPr>
        <p:txBody>
          <a:bodyPr lIns="45720" tIns="22860" rIns="45720" bIns="22860"/>
          <a:lstStyle>
            <a:lvl1pPr>
              <a:defRPr sz="1333"/>
            </a:lvl1pPr>
          </a:lstStyle>
          <a:p>
            <a:r>
              <a:rPr lang="en-US" dirty="0"/>
              <a:t>Click icon to add picture</a:t>
            </a:r>
            <a:endParaRPr lang="uk-UA"/>
          </a:p>
        </p:txBody>
      </p:sp>
      <p:sp>
        <p:nvSpPr>
          <p:cNvPr id="17" name="Slide Number Placeholder 4"/>
          <p:cNvSpPr>
            <a:spLocks noGrp="1"/>
          </p:cNvSpPr>
          <p:nvPr>
            <p:ph type="sldNum" sz="quarter" idx="4"/>
          </p:nvPr>
        </p:nvSpPr>
        <p:spPr>
          <a:xfrm>
            <a:off x="11331131" y="315837"/>
            <a:ext cx="556069" cy="471563"/>
          </a:xfrm>
          <a:prstGeom prst="rect">
            <a:avLst/>
          </a:prstGeom>
        </p:spPr>
        <p:txBody>
          <a:bodyPr/>
          <a:lstStyle>
            <a:lvl1pPr algn="ctr">
              <a:defRPr sz="1800">
                <a:solidFill>
                  <a:schemeClr val="bg1"/>
                </a:solidFill>
              </a:defRPr>
            </a:lvl1pPr>
          </a:lstStyle>
          <a:p>
            <a:fld id="{5DE872C3-2ED1-43FB-B3C4-BA6F078D7CD3}" type="slidenum">
              <a:rPr lang="en-US" smtClean="0">
                <a:solidFill>
                  <a:prstClr val="white"/>
                </a:solidFill>
              </a:rPr>
              <a:pPr/>
              <a:t>‹#›</a:t>
            </a:fld>
            <a:endParaRPr lang="en-US" dirty="0">
              <a:solidFill>
                <a:prstClr val="white"/>
              </a:solidFill>
            </a:endParaRPr>
          </a:p>
        </p:txBody>
      </p:sp>
      <p:sp>
        <p:nvSpPr>
          <p:cNvPr id="18" name="Title 3"/>
          <p:cNvSpPr>
            <a:spLocks noGrp="1"/>
          </p:cNvSpPr>
          <p:nvPr>
            <p:ph type="title"/>
          </p:nvPr>
        </p:nvSpPr>
        <p:spPr>
          <a:xfrm>
            <a:off x="838200" y="229851"/>
            <a:ext cx="10515600" cy="530528"/>
          </a:xfrm>
          <a:prstGeom prst="rect">
            <a:avLst/>
          </a:prstGeom>
        </p:spPr>
        <p:txBody>
          <a:bodyPr lIns="45720" tIns="22860" rIns="45720" bIns="22860"/>
          <a:lstStyle>
            <a:lvl1pPr algn="l">
              <a:defRPr sz="4267" b="1">
                <a:latin typeface="微软雅黑" panose="020B0503020204020204" pitchFamily="34" charset="-122"/>
                <a:ea typeface="微软雅黑" panose="020B0503020204020204" pitchFamily="34" charset="-122"/>
              </a:defRPr>
            </a:lvl1pPr>
          </a:lstStyle>
          <a:p>
            <a:r>
              <a:rPr lang="en-US" altLang="zh-CN" dirty="0"/>
              <a:t>Click to edit Master title style</a:t>
            </a:r>
            <a:endParaRPr lang="uk-UA" dirty="0"/>
          </a:p>
        </p:txBody>
      </p:sp>
    </p:spTree>
    <p:extLst>
      <p:ext uri="{BB962C8B-B14F-4D97-AF65-F5344CB8AC3E}">
        <p14:creationId xmlns:p14="http://schemas.microsoft.com/office/powerpoint/2010/main" val="2033195507"/>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PORTFOLIO 21">
    <p:spTree>
      <p:nvGrpSpPr>
        <p:cNvPr id="1" name=""/>
        <p:cNvGrpSpPr/>
        <p:nvPr/>
      </p:nvGrpSpPr>
      <p:grpSpPr>
        <a:xfrm>
          <a:off x="0" y="0"/>
          <a:ext cx="0" cy="0"/>
          <a:chOff x="0" y="0"/>
          <a:chExt cx="0" cy="0"/>
        </a:xfrm>
      </p:grpSpPr>
      <p:sp>
        <p:nvSpPr>
          <p:cNvPr id="3" name="Picture Placeholder 2"/>
          <p:cNvSpPr>
            <a:spLocks noGrp="1"/>
          </p:cNvSpPr>
          <p:nvPr>
            <p:ph type="pic" sz="quarter" idx="12"/>
          </p:nvPr>
        </p:nvSpPr>
        <p:spPr>
          <a:xfrm>
            <a:off x="914400" y="1803400"/>
            <a:ext cx="10363200" cy="1828800"/>
          </a:xfrm>
          <a:prstGeom prst="rect">
            <a:avLst/>
          </a:prstGeom>
          <a:effectLst>
            <a:outerShdw blurRad="292100" dist="38100" dir="5400000" algn="t" rotWithShape="0">
              <a:prstClr val="black">
                <a:alpha val="67000"/>
              </a:prstClr>
            </a:outerShdw>
          </a:effectLst>
        </p:spPr>
        <p:txBody>
          <a:bodyPr lIns="45720" tIns="22860" rIns="45720" bIns="22860"/>
          <a:lstStyle>
            <a:lvl1pPr>
              <a:defRPr sz="1333"/>
            </a:lvl1pPr>
          </a:lstStyle>
          <a:p>
            <a:r>
              <a:rPr lang="en-US" dirty="0"/>
              <a:t>Click icon to add picture</a:t>
            </a:r>
            <a:endParaRPr lang="uk-UA"/>
          </a:p>
        </p:txBody>
      </p:sp>
      <p:sp>
        <p:nvSpPr>
          <p:cNvPr id="8" name="Picture Placeholder 2"/>
          <p:cNvSpPr>
            <a:spLocks noGrp="1"/>
          </p:cNvSpPr>
          <p:nvPr>
            <p:ph type="pic" sz="quarter" idx="13"/>
          </p:nvPr>
        </p:nvSpPr>
        <p:spPr>
          <a:xfrm>
            <a:off x="914400" y="3937000"/>
            <a:ext cx="1828800" cy="1828800"/>
          </a:xfrm>
          <a:prstGeom prst="rect">
            <a:avLst/>
          </a:prstGeom>
          <a:effectLst>
            <a:outerShdw blurRad="190500" dist="38100" dir="5400000" algn="t" rotWithShape="0">
              <a:prstClr val="black">
                <a:alpha val="67000"/>
              </a:prstClr>
            </a:outerShdw>
          </a:effectLst>
        </p:spPr>
        <p:txBody>
          <a:bodyPr lIns="45720" tIns="22860" rIns="45720" bIns="22860"/>
          <a:lstStyle>
            <a:lvl1pPr>
              <a:defRPr sz="1333"/>
            </a:lvl1pPr>
          </a:lstStyle>
          <a:p>
            <a:r>
              <a:rPr lang="en-US" dirty="0"/>
              <a:t>Click icon to add picture</a:t>
            </a:r>
            <a:endParaRPr lang="uk-UA"/>
          </a:p>
        </p:txBody>
      </p:sp>
      <p:sp>
        <p:nvSpPr>
          <p:cNvPr id="9" name="Picture Placeholder 2"/>
          <p:cNvSpPr>
            <a:spLocks noGrp="1"/>
          </p:cNvSpPr>
          <p:nvPr>
            <p:ph type="pic" sz="quarter" idx="14"/>
          </p:nvPr>
        </p:nvSpPr>
        <p:spPr>
          <a:xfrm>
            <a:off x="9448800" y="3937000"/>
            <a:ext cx="1828800" cy="1828800"/>
          </a:xfrm>
          <a:prstGeom prst="rect">
            <a:avLst/>
          </a:prstGeom>
          <a:effectLst>
            <a:outerShdw blurRad="190500" dist="38100" dir="5400000" algn="t" rotWithShape="0">
              <a:prstClr val="black">
                <a:alpha val="67000"/>
              </a:prstClr>
            </a:outerShdw>
          </a:effectLst>
        </p:spPr>
        <p:txBody>
          <a:bodyPr lIns="45720" tIns="22860" rIns="45720" bIns="22860"/>
          <a:lstStyle>
            <a:lvl1pPr>
              <a:defRPr sz="1333"/>
            </a:lvl1pPr>
          </a:lstStyle>
          <a:p>
            <a:r>
              <a:rPr lang="en-US" dirty="0"/>
              <a:t>Click icon to add picture</a:t>
            </a:r>
            <a:endParaRPr lang="uk-UA"/>
          </a:p>
        </p:txBody>
      </p:sp>
      <p:sp>
        <p:nvSpPr>
          <p:cNvPr id="10" name="Picture Placeholder 2"/>
          <p:cNvSpPr>
            <a:spLocks noGrp="1"/>
          </p:cNvSpPr>
          <p:nvPr>
            <p:ph type="pic" sz="quarter" idx="15"/>
          </p:nvPr>
        </p:nvSpPr>
        <p:spPr>
          <a:xfrm>
            <a:off x="7315200" y="3937000"/>
            <a:ext cx="1828800" cy="1828800"/>
          </a:xfrm>
          <a:prstGeom prst="rect">
            <a:avLst/>
          </a:prstGeom>
          <a:effectLst>
            <a:outerShdw blurRad="190500" dist="38100" dir="5400000" algn="t" rotWithShape="0">
              <a:prstClr val="black">
                <a:alpha val="67000"/>
              </a:prstClr>
            </a:outerShdw>
          </a:effectLst>
        </p:spPr>
        <p:txBody>
          <a:bodyPr lIns="45720" tIns="22860" rIns="45720" bIns="22860"/>
          <a:lstStyle>
            <a:lvl1pPr>
              <a:defRPr sz="1333"/>
            </a:lvl1pPr>
          </a:lstStyle>
          <a:p>
            <a:r>
              <a:rPr lang="en-US" dirty="0"/>
              <a:t>Click icon to add picture</a:t>
            </a:r>
            <a:endParaRPr lang="uk-UA"/>
          </a:p>
        </p:txBody>
      </p:sp>
      <p:sp>
        <p:nvSpPr>
          <p:cNvPr id="11" name="Picture Placeholder 2"/>
          <p:cNvSpPr>
            <a:spLocks noGrp="1"/>
          </p:cNvSpPr>
          <p:nvPr>
            <p:ph type="pic" sz="quarter" idx="16"/>
          </p:nvPr>
        </p:nvSpPr>
        <p:spPr>
          <a:xfrm>
            <a:off x="5181600" y="3937000"/>
            <a:ext cx="1828800" cy="1828800"/>
          </a:xfrm>
          <a:prstGeom prst="rect">
            <a:avLst/>
          </a:prstGeom>
          <a:effectLst>
            <a:outerShdw blurRad="190500" dist="38100" dir="5400000" algn="t" rotWithShape="0">
              <a:prstClr val="black">
                <a:alpha val="67000"/>
              </a:prstClr>
            </a:outerShdw>
          </a:effectLst>
        </p:spPr>
        <p:txBody>
          <a:bodyPr lIns="45720" tIns="22860" rIns="45720" bIns="22860"/>
          <a:lstStyle>
            <a:lvl1pPr>
              <a:defRPr sz="1333"/>
            </a:lvl1pPr>
          </a:lstStyle>
          <a:p>
            <a:r>
              <a:rPr lang="en-US" dirty="0"/>
              <a:t>Click icon to add picture</a:t>
            </a:r>
            <a:endParaRPr lang="uk-UA"/>
          </a:p>
        </p:txBody>
      </p:sp>
      <p:sp>
        <p:nvSpPr>
          <p:cNvPr id="12" name="Picture Placeholder 2"/>
          <p:cNvSpPr>
            <a:spLocks noGrp="1"/>
          </p:cNvSpPr>
          <p:nvPr>
            <p:ph type="pic" sz="quarter" idx="17"/>
          </p:nvPr>
        </p:nvSpPr>
        <p:spPr>
          <a:xfrm>
            <a:off x="3048000" y="3937000"/>
            <a:ext cx="1828800" cy="1828800"/>
          </a:xfrm>
          <a:prstGeom prst="rect">
            <a:avLst/>
          </a:prstGeom>
          <a:effectLst>
            <a:outerShdw blurRad="190500" dist="38100" dir="5400000" algn="t" rotWithShape="0">
              <a:prstClr val="black">
                <a:alpha val="67000"/>
              </a:prstClr>
            </a:outerShdw>
          </a:effectLst>
        </p:spPr>
        <p:txBody>
          <a:bodyPr lIns="45720" tIns="22860" rIns="45720" bIns="22860"/>
          <a:lstStyle>
            <a:lvl1pPr>
              <a:defRPr sz="1333"/>
            </a:lvl1pPr>
          </a:lstStyle>
          <a:p>
            <a:r>
              <a:rPr lang="en-US" dirty="0"/>
              <a:t>Click icon to add picture</a:t>
            </a:r>
            <a:endParaRPr lang="uk-UA"/>
          </a:p>
        </p:txBody>
      </p:sp>
      <p:sp>
        <p:nvSpPr>
          <p:cNvPr id="14" name="Slide Number Placeholder 4"/>
          <p:cNvSpPr>
            <a:spLocks noGrp="1"/>
          </p:cNvSpPr>
          <p:nvPr>
            <p:ph type="sldNum" sz="quarter" idx="4"/>
          </p:nvPr>
        </p:nvSpPr>
        <p:spPr>
          <a:xfrm>
            <a:off x="11331131" y="315837"/>
            <a:ext cx="556069" cy="471563"/>
          </a:xfrm>
          <a:prstGeom prst="rect">
            <a:avLst/>
          </a:prstGeom>
        </p:spPr>
        <p:txBody>
          <a:bodyPr/>
          <a:lstStyle>
            <a:lvl1pPr algn="ctr">
              <a:defRPr sz="1800">
                <a:solidFill>
                  <a:schemeClr val="bg1"/>
                </a:solidFill>
              </a:defRPr>
            </a:lvl1pPr>
          </a:lstStyle>
          <a:p>
            <a:fld id="{5DE872C3-2ED1-43FB-B3C4-BA6F078D7CD3}" type="slidenum">
              <a:rPr lang="en-US" smtClean="0">
                <a:solidFill>
                  <a:prstClr val="white"/>
                </a:solidFill>
              </a:rPr>
              <a:pPr/>
              <a:t>‹#›</a:t>
            </a:fld>
            <a:endParaRPr lang="en-US" dirty="0">
              <a:solidFill>
                <a:prstClr val="white"/>
              </a:solidFill>
            </a:endParaRPr>
          </a:p>
        </p:txBody>
      </p:sp>
      <p:sp>
        <p:nvSpPr>
          <p:cNvPr id="15" name="Title 3"/>
          <p:cNvSpPr>
            <a:spLocks noGrp="1"/>
          </p:cNvSpPr>
          <p:nvPr>
            <p:ph type="title"/>
          </p:nvPr>
        </p:nvSpPr>
        <p:spPr>
          <a:xfrm>
            <a:off x="838200" y="229851"/>
            <a:ext cx="10515600" cy="530528"/>
          </a:xfrm>
          <a:prstGeom prst="rect">
            <a:avLst/>
          </a:prstGeom>
        </p:spPr>
        <p:txBody>
          <a:bodyPr lIns="45720" tIns="22860" rIns="45720" bIns="22860"/>
          <a:lstStyle>
            <a:lvl1pPr algn="l">
              <a:defRPr sz="4267" b="1">
                <a:latin typeface="微软雅黑" panose="020B0503020204020204" pitchFamily="34" charset="-122"/>
                <a:ea typeface="微软雅黑" panose="020B0503020204020204" pitchFamily="34" charset="-122"/>
              </a:defRPr>
            </a:lvl1pPr>
          </a:lstStyle>
          <a:p>
            <a:r>
              <a:rPr lang="en-US" altLang="zh-CN" dirty="0"/>
              <a:t>Click to edit Master title style</a:t>
            </a:r>
            <a:endParaRPr lang="uk-UA" dirty="0"/>
          </a:p>
        </p:txBody>
      </p:sp>
    </p:spTree>
    <p:extLst>
      <p:ext uri="{BB962C8B-B14F-4D97-AF65-F5344CB8AC3E}">
        <p14:creationId xmlns:p14="http://schemas.microsoft.com/office/powerpoint/2010/main" val="1280102304"/>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VIDEO-MEDIA OPTION">
    <p:spTree>
      <p:nvGrpSpPr>
        <p:cNvPr id="1" name=""/>
        <p:cNvGrpSpPr/>
        <p:nvPr/>
      </p:nvGrpSpPr>
      <p:grpSpPr>
        <a:xfrm>
          <a:off x="0" y="0"/>
          <a:ext cx="0" cy="0"/>
          <a:chOff x="0" y="0"/>
          <a:chExt cx="0" cy="0"/>
        </a:xfrm>
      </p:grpSpPr>
      <p:sp>
        <p:nvSpPr>
          <p:cNvPr id="3" name="Media Placeholder 2"/>
          <p:cNvSpPr>
            <a:spLocks noGrp="1"/>
          </p:cNvSpPr>
          <p:nvPr>
            <p:ph type="media" sz="quarter" idx="12" hasCustomPrompt="1"/>
          </p:nvPr>
        </p:nvSpPr>
        <p:spPr>
          <a:xfrm>
            <a:off x="838200" y="1558798"/>
            <a:ext cx="7326941" cy="4121405"/>
          </a:xfrm>
          <a:prstGeom prst="rect">
            <a:avLst/>
          </a:prstGeom>
        </p:spPr>
        <p:txBody>
          <a:bodyPr lIns="45720" tIns="22860" rIns="45720" bIns="22860"/>
          <a:lstStyle/>
          <a:p>
            <a:r>
              <a:rPr lang="en-US" dirty="0"/>
              <a:t>Click icon to add media</a:t>
            </a:r>
            <a:endParaRPr lang="uk-UA"/>
          </a:p>
        </p:txBody>
      </p:sp>
      <p:sp>
        <p:nvSpPr>
          <p:cNvPr id="10" name="Title 3"/>
          <p:cNvSpPr>
            <a:spLocks noGrp="1"/>
          </p:cNvSpPr>
          <p:nvPr>
            <p:ph type="title"/>
          </p:nvPr>
        </p:nvSpPr>
        <p:spPr>
          <a:xfrm>
            <a:off x="838200" y="229851"/>
            <a:ext cx="10515600" cy="530528"/>
          </a:xfrm>
          <a:prstGeom prst="rect">
            <a:avLst/>
          </a:prstGeom>
        </p:spPr>
        <p:txBody>
          <a:bodyPr lIns="45720" tIns="22860" rIns="45720" bIns="22860"/>
          <a:lstStyle>
            <a:lvl1pPr algn="l">
              <a:defRPr sz="4267" b="1">
                <a:latin typeface="微软雅黑" panose="020B0503020204020204" pitchFamily="34" charset="-122"/>
                <a:ea typeface="微软雅黑" panose="020B0503020204020204" pitchFamily="34" charset="-122"/>
              </a:defRPr>
            </a:lvl1pPr>
          </a:lstStyle>
          <a:p>
            <a:r>
              <a:rPr lang="en-US" altLang="zh-CN" dirty="0"/>
              <a:t>Click to edit Master title style</a:t>
            </a:r>
            <a:endParaRPr lang="uk-UA" dirty="0"/>
          </a:p>
        </p:txBody>
      </p:sp>
    </p:spTree>
    <p:extLst>
      <p:ext uri="{BB962C8B-B14F-4D97-AF65-F5344CB8AC3E}">
        <p14:creationId xmlns:p14="http://schemas.microsoft.com/office/powerpoint/2010/main" val="3141754125"/>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5" name="Title 3"/>
          <p:cNvSpPr>
            <a:spLocks noGrp="1"/>
          </p:cNvSpPr>
          <p:nvPr>
            <p:ph type="title"/>
          </p:nvPr>
        </p:nvSpPr>
        <p:spPr>
          <a:xfrm>
            <a:off x="838200" y="229851"/>
            <a:ext cx="10515600" cy="530528"/>
          </a:xfrm>
          <a:prstGeom prst="rect">
            <a:avLst/>
          </a:prstGeom>
        </p:spPr>
        <p:txBody>
          <a:bodyPr lIns="45720" tIns="22860" rIns="45720" bIns="22860"/>
          <a:lstStyle>
            <a:lvl1pPr algn="l">
              <a:defRPr sz="4267" b="1">
                <a:latin typeface="微软雅黑" panose="020B0503020204020204" pitchFamily="34" charset="-122"/>
                <a:ea typeface="微软雅黑" panose="020B0503020204020204" pitchFamily="34" charset="-122"/>
              </a:defRPr>
            </a:lvl1pPr>
          </a:lstStyle>
          <a:p>
            <a:r>
              <a:rPr lang="en-US" altLang="zh-CN" dirty="0"/>
              <a:t>Click to edit Master title style</a:t>
            </a:r>
            <a:endParaRPr lang="uk-UA" dirty="0"/>
          </a:p>
        </p:txBody>
      </p:sp>
    </p:spTree>
    <p:extLst>
      <p:ext uri="{BB962C8B-B14F-4D97-AF65-F5344CB8AC3E}">
        <p14:creationId xmlns:p14="http://schemas.microsoft.com/office/powerpoint/2010/main" val="1178573936"/>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5_标题和内容">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3625861"/>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6_标题和内容">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8839800"/>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灯片编号占位符 2"/>
          <p:cNvSpPr>
            <a:spLocks noGrp="1"/>
          </p:cNvSpPr>
          <p:nvPr>
            <p:ph type="sldNum" sz="quarter" idx="4"/>
          </p:nvPr>
        </p:nvSpPr>
        <p:spPr>
          <a:xfrm>
            <a:off x="9391650" y="6419396"/>
            <a:ext cx="2743200" cy="365125"/>
          </a:xfrm>
          <a:prstGeom prst="rect">
            <a:avLst/>
          </a:prstGeom>
        </p:spPr>
        <p:txBody>
          <a:bodyPr vert="horz" lIns="91440" tIns="45720" rIns="91440" bIns="45720" rtlCol="0" anchor="ctr"/>
          <a:lstStyle>
            <a:lvl1pPr algn="r">
              <a:defRPr sz="1200" b="1">
                <a:solidFill>
                  <a:schemeClr val="tx1">
                    <a:tint val="75000"/>
                  </a:schemeClr>
                </a:solidFill>
                <a:latin typeface="+mj-ea"/>
                <a:ea typeface="+mj-ea"/>
              </a:defRPr>
            </a:lvl1pPr>
          </a:lstStyle>
          <a:p>
            <a:fld id="{9BDA83F4-0262-4454-9773-6006B56D6F37}" type="slidenum">
              <a:rPr lang="zh-CN" altLang="en-US" smtClean="0"/>
              <a:pPr/>
              <a:t>‹#›</a:t>
            </a:fld>
            <a:endParaRPr lang="zh-CN" altLang="en-US"/>
          </a:p>
        </p:txBody>
      </p:sp>
    </p:spTree>
    <p:extLst>
      <p:ext uri="{BB962C8B-B14F-4D97-AF65-F5344CB8AC3E}">
        <p14:creationId xmlns:p14="http://schemas.microsoft.com/office/powerpoint/2010/main" val="3493375993"/>
      </p:ext>
    </p:extLst>
  </p:cSld>
  <p:clrMap bg1="lt1" tx1="dk1" bg2="lt2" tx2="dk2" accent1="accent1" accent2="accent2" accent3="accent3" accent4="accent4" accent5="accent5" accent6="accent6" hlink="hlink" folHlink="folHlink"/>
  <p:sldLayoutIdLst>
    <p:sldLayoutId id="2147483674" r:id="rId1"/>
    <p:sldLayoutId id="2147483705"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 id="2147483692" r:id="rId20"/>
    <p:sldLayoutId id="2147483693" r:id="rId21"/>
    <p:sldLayoutId id="2147483694" r:id="rId22"/>
    <p:sldLayoutId id="2147483695" r:id="rId23"/>
    <p:sldLayoutId id="2147483696" r:id="rId24"/>
    <p:sldLayoutId id="2147483697" r:id="rId25"/>
    <p:sldLayoutId id="2147483698" r:id="rId26"/>
    <p:sldLayoutId id="2147483699" r:id="rId27"/>
    <p:sldLayoutId id="2147483700" r:id="rId28"/>
    <p:sldLayoutId id="2147483701" r:id="rId29"/>
    <p:sldLayoutId id="2147483702" r:id="rId30"/>
    <p:sldLayoutId id="2147483703" r:id="rId31"/>
    <p:sldLayoutId id="2147483708" r:id="rId32"/>
    <p:sldLayoutId id="2147483709" r:id="rId33"/>
  </p:sldLayoutIdLst>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hf hdr="0" ftr="0" dt="0"/>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67"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67"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67"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67"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67"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67" kern="1200">
          <a:solidFill>
            <a:schemeClr val="tx1"/>
          </a:solidFill>
          <a:latin typeface="+mn-lt"/>
          <a:ea typeface="+mn-ea"/>
          <a:cs typeface="+mn-cs"/>
        </a:defRPr>
      </a:lvl9pPr>
    </p:bodyStyle>
    <p:otherStyle>
      <a:defPPr>
        <a:defRPr lang="en-US"/>
      </a:defPPr>
      <a:lvl1pPr marL="0" algn="l" defTabSz="914377" rtl="0" eaLnBrk="1" latinLnBrk="0" hangingPunct="1">
        <a:defRPr sz="1867" kern="1200">
          <a:solidFill>
            <a:schemeClr val="tx1"/>
          </a:solidFill>
          <a:latin typeface="+mn-lt"/>
          <a:ea typeface="+mn-ea"/>
          <a:cs typeface="+mn-cs"/>
        </a:defRPr>
      </a:lvl1pPr>
      <a:lvl2pPr marL="457189" algn="l" defTabSz="914377" rtl="0" eaLnBrk="1" latinLnBrk="0" hangingPunct="1">
        <a:defRPr sz="1867" kern="1200">
          <a:solidFill>
            <a:schemeClr val="tx1"/>
          </a:solidFill>
          <a:latin typeface="+mn-lt"/>
          <a:ea typeface="+mn-ea"/>
          <a:cs typeface="+mn-cs"/>
        </a:defRPr>
      </a:lvl2pPr>
      <a:lvl3pPr marL="914377" algn="l" defTabSz="914377" rtl="0" eaLnBrk="1" latinLnBrk="0" hangingPunct="1">
        <a:defRPr sz="1867" kern="1200">
          <a:solidFill>
            <a:schemeClr val="tx1"/>
          </a:solidFill>
          <a:latin typeface="+mn-lt"/>
          <a:ea typeface="+mn-ea"/>
          <a:cs typeface="+mn-cs"/>
        </a:defRPr>
      </a:lvl3pPr>
      <a:lvl4pPr marL="1371566" algn="l" defTabSz="914377" rtl="0" eaLnBrk="1" latinLnBrk="0" hangingPunct="1">
        <a:defRPr sz="1867" kern="1200">
          <a:solidFill>
            <a:schemeClr val="tx1"/>
          </a:solidFill>
          <a:latin typeface="+mn-lt"/>
          <a:ea typeface="+mn-ea"/>
          <a:cs typeface="+mn-cs"/>
        </a:defRPr>
      </a:lvl4pPr>
      <a:lvl5pPr marL="1828754" algn="l" defTabSz="914377" rtl="0" eaLnBrk="1" latinLnBrk="0" hangingPunct="1">
        <a:defRPr sz="1867" kern="1200">
          <a:solidFill>
            <a:schemeClr val="tx1"/>
          </a:solidFill>
          <a:latin typeface="+mn-lt"/>
          <a:ea typeface="+mn-ea"/>
          <a:cs typeface="+mn-cs"/>
        </a:defRPr>
      </a:lvl5pPr>
      <a:lvl6pPr marL="2285943" algn="l" defTabSz="914377" rtl="0" eaLnBrk="1" latinLnBrk="0" hangingPunct="1">
        <a:defRPr sz="1867" kern="1200">
          <a:solidFill>
            <a:schemeClr val="tx1"/>
          </a:solidFill>
          <a:latin typeface="+mn-lt"/>
          <a:ea typeface="+mn-ea"/>
          <a:cs typeface="+mn-cs"/>
        </a:defRPr>
      </a:lvl6pPr>
      <a:lvl7pPr marL="2743131" algn="l" defTabSz="914377" rtl="0" eaLnBrk="1" latinLnBrk="0" hangingPunct="1">
        <a:defRPr sz="1867" kern="1200">
          <a:solidFill>
            <a:schemeClr val="tx1"/>
          </a:solidFill>
          <a:latin typeface="+mn-lt"/>
          <a:ea typeface="+mn-ea"/>
          <a:cs typeface="+mn-cs"/>
        </a:defRPr>
      </a:lvl7pPr>
      <a:lvl8pPr marL="3200320" algn="l" defTabSz="914377" rtl="0" eaLnBrk="1" latinLnBrk="0" hangingPunct="1">
        <a:defRPr sz="1867" kern="1200">
          <a:solidFill>
            <a:schemeClr val="tx1"/>
          </a:solidFill>
          <a:latin typeface="+mn-lt"/>
          <a:ea typeface="+mn-ea"/>
          <a:cs typeface="+mn-cs"/>
        </a:defRPr>
      </a:lvl8pPr>
      <a:lvl9pPr marL="3657509" algn="l" defTabSz="914377" rtl="0" eaLnBrk="1" latinLnBrk="0" hangingPunct="1">
        <a:defRPr sz="1867"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jpe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6.png"/><Relationship Id="rId11" Type="http://schemas.microsoft.com/office/2007/relationships/hdphoto" Target="../media/hdphoto2.wdp"/><Relationship Id="rId5" Type="http://schemas.openxmlformats.org/officeDocument/2006/relationships/image" Target="../media/image5.png"/><Relationship Id="rId10" Type="http://schemas.openxmlformats.org/officeDocument/2006/relationships/image" Target="../media/image9.png"/><Relationship Id="rId4" Type="http://schemas.openxmlformats.org/officeDocument/2006/relationships/image" Target="../media/image4.png"/><Relationship Id="rId9"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3.jpeg"/><Relationship Id="rId7"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6.png"/><Relationship Id="rId11" Type="http://schemas.microsoft.com/office/2007/relationships/hdphoto" Target="../media/hdphoto2.wdp"/><Relationship Id="rId5" Type="http://schemas.openxmlformats.org/officeDocument/2006/relationships/image" Target="../media/image5.png"/><Relationship Id="rId10" Type="http://schemas.openxmlformats.org/officeDocument/2006/relationships/image" Target="../media/image9.png"/><Relationship Id="rId4" Type="http://schemas.openxmlformats.org/officeDocument/2006/relationships/image" Target="../media/image4.png"/><Relationship Id="rId9"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3" cstate="print">
            <a:extLst>
              <a:ext uri="{28A0092B-C50C-407E-A947-70E740481C1C}">
                <a14:useLocalDpi xmlns:a14="http://schemas.microsoft.com/office/drawing/2010/main" val="0"/>
              </a:ext>
            </a:extLst>
          </a:blip>
          <a:srcRect l="277" t="-376" r="1097" b="376"/>
          <a:stretch/>
        </p:blipFill>
        <p:spPr>
          <a:xfrm>
            <a:off x="-34506" y="-61546"/>
            <a:ext cx="12249510" cy="6928172"/>
          </a:xfrm>
          <a:prstGeom prst="rect">
            <a:avLst/>
          </a:prstGeom>
        </p:spPr>
      </p:pic>
      <p:sp>
        <p:nvSpPr>
          <p:cNvPr id="3" name="矩形 2"/>
          <p:cNvSpPr/>
          <p:nvPr/>
        </p:nvSpPr>
        <p:spPr>
          <a:xfrm>
            <a:off x="-34506" y="4038600"/>
            <a:ext cx="12249510" cy="2828026"/>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prstClr val="white"/>
              </a:solidFill>
            </a:endParaRPr>
          </a:p>
        </p:txBody>
      </p:sp>
      <p:sp>
        <p:nvSpPr>
          <p:cNvPr id="10" name="Shape 45"/>
          <p:cNvSpPr/>
          <p:nvPr/>
        </p:nvSpPr>
        <p:spPr>
          <a:xfrm>
            <a:off x="388189" y="4484700"/>
            <a:ext cx="11525644" cy="646331"/>
          </a:xfrm>
          <a:prstGeom prst="rect">
            <a:avLst/>
          </a:prstGeom>
          <a:noFill/>
          <a:ln w="12700">
            <a:noFill/>
            <a:miter lim="400000"/>
          </a:ln>
        </p:spPr>
        <p:txBody>
          <a:bodyPr wrap="square" lIns="45720" tIns="45720" rIns="45720" bIns="45720">
            <a:spAutoFit/>
          </a:bodyPr>
          <a:lstStyle>
            <a:lvl1pPr algn="l" defTabSz="914400">
              <a:defRPr sz="9000" cap="all" spc="1350">
                <a:solidFill>
                  <a:srgbClr val="3766D7"/>
                </a:solidFill>
                <a:latin typeface="Impact" panose="020B0806030902050204"/>
                <a:ea typeface="Impact" panose="020B0806030902050204"/>
                <a:cs typeface="Impact" panose="020B0806030902050204"/>
                <a:sym typeface="Impact" panose="020B0806030902050204"/>
              </a:defRPr>
            </a:lvl1pPr>
          </a:lstStyle>
          <a:p>
            <a:pPr algn="ctr"/>
            <a:r>
              <a:rPr lang="zh-CN" altLang="en-US" sz="3600">
                <a:solidFill>
                  <a:schemeClr val="bg1"/>
                </a:solidFill>
                <a:effectLst>
                  <a:innerShdw blurRad="63500" dist="50800">
                    <a:prstClr val="black">
                      <a:alpha val="50000"/>
                    </a:prstClr>
                  </a:innerShdw>
                </a:effectLst>
                <a:latin typeface="方正粗黑宋简体" panose="02000000000000000000" pitchFamily="2" charset="-122"/>
                <a:ea typeface="方正粗黑宋简体" panose="02000000000000000000" pitchFamily="2" charset="-122"/>
              </a:rPr>
              <a:t>特征选择代码</a:t>
            </a:r>
            <a:r>
              <a:rPr lang="zh-CN" altLang="en-US" sz="3600" dirty="0">
                <a:solidFill>
                  <a:schemeClr val="bg1"/>
                </a:solidFill>
                <a:effectLst>
                  <a:innerShdw blurRad="63500" dist="50800">
                    <a:prstClr val="black">
                      <a:alpha val="50000"/>
                    </a:prstClr>
                  </a:innerShdw>
                </a:effectLst>
                <a:latin typeface="方正粗黑宋简体" panose="02000000000000000000" pitchFamily="2" charset="-122"/>
                <a:ea typeface="方正粗黑宋简体" panose="02000000000000000000" pitchFamily="2" charset="-122"/>
              </a:rPr>
              <a:t>实践</a:t>
            </a:r>
          </a:p>
        </p:txBody>
      </p:sp>
      <p:grpSp>
        <p:nvGrpSpPr>
          <p:cNvPr id="9" name="组合 45"/>
          <p:cNvGrpSpPr/>
          <p:nvPr/>
        </p:nvGrpSpPr>
        <p:grpSpPr>
          <a:xfrm>
            <a:off x="2153052" y="5359400"/>
            <a:ext cx="7946680" cy="961289"/>
            <a:chOff x="2002264" y="3258103"/>
            <a:chExt cx="8187473" cy="961286"/>
          </a:xfrm>
        </p:grpSpPr>
        <p:sp>
          <p:nvSpPr>
            <p:cNvPr id="17" name="矩形 17"/>
            <p:cNvSpPr>
              <a:spLocks noChangeArrowheads="1"/>
            </p:cNvSpPr>
            <p:nvPr/>
          </p:nvSpPr>
          <p:spPr bwMode="auto">
            <a:xfrm>
              <a:off x="3866722" y="3258103"/>
              <a:ext cx="4395931" cy="961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lnSpc>
                  <a:spcPct val="150000"/>
                </a:lnSpc>
              </a:pPr>
              <a:r>
                <a:rPr lang="zh-CN" altLang="en-US" sz="2000" b="1" dirty="0">
                  <a:solidFill>
                    <a:prstClr val="white"/>
                  </a:solidFill>
                  <a:effectLst>
                    <a:innerShdw blurRad="63500" dist="50800">
                      <a:prstClr val="black">
                        <a:alpha val="50000"/>
                      </a:prstClr>
                    </a:innerShdw>
                  </a:effectLst>
                  <a:latin typeface="微软雅黑"/>
                  <a:ea typeface="微软雅黑"/>
                </a:rPr>
                <a:t>吉林大学人工智能学院</a:t>
              </a:r>
              <a:endParaRPr lang="en-US" altLang="zh-CN" sz="2000" b="1" dirty="0">
                <a:solidFill>
                  <a:prstClr val="white"/>
                </a:solidFill>
                <a:effectLst>
                  <a:innerShdw blurRad="63500" dist="50800">
                    <a:prstClr val="black">
                      <a:alpha val="50000"/>
                    </a:prstClr>
                  </a:innerShdw>
                </a:effectLst>
                <a:latin typeface="微软雅黑"/>
                <a:ea typeface="微软雅黑"/>
              </a:endParaRPr>
            </a:p>
            <a:p>
              <a:pPr algn="ctr">
                <a:lnSpc>
                  <a:spcPct val="150000"/>
                </a:lnSpc>
              </a:pPr>
              <a:r>
                <a:rPr lang="zh-CN" altLang="en-US" sz="2000" b="1">
                  <a:solidFill>
                    <a:prstClr val="white"/>
                  </a:solidFill>
                  <a:effectLst>
                    <a:innerShdw blurRad="63500" dist="50800">
                      <a:prstClr val="black">
                        <a:alpha val="50000"/>
                      </a:prstClr>
                    </a:innerShdw>
                  </a:effectLst>
                  <a:latin typeface="微软雅黑"/>
                  <a:ea typeface="微软雅黑"/>
                </a:rPr>
                <a:t>王一立、王若冰</a:t>
              </a:r>
              <a:endParaRPr lang="en-US" altLang="zh-CN" sz="2000" b="1">
                <a:solidFill>
                  <a:prstClr val="white"/>
                </a:solidFill>
                <a:effectLst>
                  <a:innerShdw blurRad="63500" dist="50800">
                    <a:prstClr val="black">
                      <a:alpha val="50000"/>
                    </a:prstClr>
                  </a:innerShdw>
                </a:effectLst>
                <a:latin typeface="微软雅黑"/>
                <a:ea typeface="微软雅黑"/>
              </a:endParaRPr>
            </a:p>
          </p:txBody>
        </p:sp>
        <p:cxnSp>
          <p:nvCxnSpPr>
            <p:cNvPr id="18" name="直接连接符 13"/>
            <p:cNvCxnSpPr/>
            <p:nvPr/>
          </p:nvCxnSpPr>
          <p:spPr bwMode="auto">
            <a:xfrm>
              <a:off x="2002264" y="3705778"/>
              <a:ext cx="2329187" cy="0"/>
            </a:xfrm>
            <a:prstGeom prst="line">
              <a:avLst/>
            </a:prstGeom>
            <a:noFill/>
            <a:ln w="12700" cap="flat" cmpd="sng" algn="ctr">
              <a:solidFill>
                <a:schemeClr val="bg1"/>
              </a:solidFill>
              <a:prstDash val="solid"/>
            </a:ln>
            <a:effectLst/>
          </p:spPr>
        </p:cxnSp>
        <p:cxnSp>
          <p:nvCxnSpPr>
            <p:cNvPr id="19" name="直接连接符 14"/>
            <p:cNvCxnSpPr/>
            <p:nvPr/>
          </p:nvCxnSpPr>
          <p:spPr bwMode="auto">
            <a:xfrm>
              <a:off x="7828119" y="3705778"/>
              <a:ext cx="2361618" cy="0"/>
            </a:xfrm>
            <a:prstGeom prst="line">
              <a:avLst/>
            </a:prstGeom>
            <a:noFill/>
            <a:ln w="12700" cap="flat" cmpd="sng" algn="ctr">
              <a:solidFill>
                <a:schemeClr val="bg1"/>
              </a:solidFill>
              <a:prstDash val="solid"/>
            </a:ln>
            <a:effectLst/>
          </p:spPr>
        </p:cxnSp>
      </p:grpSp>
      <p:pic>
        <p:nvPicPr>
          <p:cNvPr id="20" name="图片 19"/>
          <p:cNvPicPr>
            <a:picLocks noChangeAspect="1"/>
          </p:cNvPicPr>
          <p:nvPr/>
        </p:nvPicPr>
        <p:blipFill rotWithShape="1">
          <a:blip r:embed="rId4" cstate="print">
            <a:extLst>
              <a:ext uri="{28A0092B-C50C-407E-A947-70E740481C1C}">
                <a14:useLocalDpi xmlns:a14="http://schemas.microsoft.com/office/drawing/2010/main" val="0"/>
              </a:ext>
            </a:extLst>
          </a:blip>
          <a:srcRect t="11218" r="55688" b="42178"/>
          <a:stretch/>
        </p:blipFill>
        <p:spPr>
          <a:xfrm flipH="1">
            <a:off x="1727201" y="685800"/>
            <a:ext cx="1118396" cy="1422400"/>
          </a:xfrm>
          <a:prstGeom prst="rect">
            <a:avLst/>
          </a:prstGeom>
        </p:spPr>
      </p:pic>
      <p:pic>
        <p:nvPicPr>
          <p:cNvPr id="14" name="图片 13"/>
          <p:cNvPicPr>
            <a:picLocks noChangeAspect="1"/>
          </p:cNvPicPr>
          <p:nvPr/>
        </p:nvPicPr>
        <p:blipFill rotWithShape="1">
          <a:blip r:embed="rId5" cstate="print">
            <a:extLst>
              <a:ext uri="{28A0092B-C50C-407E-A947-70E740481C1C}">
                <a14:useLocalDpi xmlns:a14="http://schemas.microsoft.com/office/drawing/2010/main" val="0"/>
              </a:ext>
            </a:extLst>
          </a:blip>
          <a:srcRect l="15236" t="40799" r="31019" b="39942"/>
          <a:stretch/>
        </p:blipFill>
        <p:spPr>
          <a:xfrm>
            <a:off x="7874000" y="1348059"/>
            <a:ext cx="3048000" cy="1320800"/>
          </a:xfrm>
          <a:prstGeom prst="rect">
            <a:avLst/>
          </a:prstGeom>
        </p:spPr>
      </p:pic>
      <p:pic>
        <p:nvPicPr>
          <p:cNvPr id="15" name="图片 14"/>
          <p:cNvPicPr>
            <a:picLocks noChangeAspect="1"/>
          </p:cNvPicPr>
          <p:nvPr/>
        </p:nvPicPr>
        <p:blipFill rotWithShape="1">
          <a:blip r:embed="rId6" cstate="print">
            <a:extLst>
              <a:ext uri="{28A0092B-C50C-407E-A947-70E740481C1C}">
                <a14:useLocalDpi xmlns:a14="http://schemas.microsoft.com/office/drawing/2010/main" val="0"/>
              </a:ext>
            </a:extLst>
          </a:blip>
          <a:srcRect l="58067" t="73966" b="11219"/>
          <a:stretch/>
        </p:blipFill>
        <p:spPr>
          <a:xfrm>
            <a:off x="505178" y="1026073"/>
            <a:ext cx="1137053" cy="485779"/>
          </a:xfrm>
          <a:prstGeom prst="rect">
            <a:avLst/>
          </a:prstGeom>
        </p:spPr>
      </p:pic>
      <p:pic>
        <p:nvPicPr>
          <p:cNvPr id="22" name="图片 21"/>
          <p:cNvPicPr>
            <a:picLocks noChangeAspect="1"/>
          </p:cNvPicPr>
          <p:nvPr/>
        </p:nvPicPr>
        <p:blipFill rotWithShape="1">
          <a:blip r:embed="rId6" cstate="print">
            <a:extLst>
              <a:ext uri="{28A0092B-C50C-407E-A947-70E740481C1C}">
                <a14:useLocalDpi xmlns:a14="http://schemas.microsoft.com/office/drawing/2010/main" val="0"/>
              </a:ext>
            </a:extLst>
          </a:blip>
          <a:srcRect l="58067" t="73966" b="11219"/>
          <a:stretch/>
        </p:blipFill>
        <p:spPr>
          <a:xfrm>
            <a:off x="9956800" y="2935491"/>
            <a:ext cx="1137053" cy="485779"/>
          </a:xfrm>
          <a:prstGeom prst="rect">
            <a:avLst/>
          </a:prstGeom>
        </p:spPr>
      </p:pic>
      <p:pic>
        <p:nvPicPr>
          <p:cNvPr id="5" name="图片 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490389" y="943829"/>
            <a:ext cx="5228265" cy="2902521"/>
          </a:xfrm>
          <a:prstGeom prst="rect">
            <a:avLst/>
          </a:prstGeom>
          <a:effectLst>
            <a:innerShdw blurRad="63500" dist="50800" dir="13500000">
              <a:prstClr val="black">
                <a:alpha val="50000"/>
              </a:prstClr>
            </a:innerShdw>
          </a:effectLst>
        </p:spPr>
      </p:pic>
      <p:pic>
        <p:nvPicPr>
          <p:cNvPr id="7" name="图片 6"/>
          <p:cNvPicPr>
            <a:picLocks noChangeAspect="1"/>
          </p:cNvPicPr>
          <p:nvPr/>
        </p:nvPicPr>
        <p:blipFill rotWithShape="1">
          <a:blip r:embed="rId8" cstate="print">
            <a:extLst>
              <a:ext uri="{BEBA8EAE-BF5A-486C-A8C5-ECC9F3942E4B}">
                <a14:imgProps xmlns:a14="http://schemas.microsoft.com/office/drawing/2010/main">
                  <a14:imgLayer r:embed="rId9">
                    <a14:imgEffect>
                      <a14:artisticPhotocopy/>
                    </a14:imgEffect>
                    <a14:imgEffect>
                      <a14:saturation sat="33000"/>
                    </a14:imgEffect>
                  </a14:imgLayer>
                </a14:imgProps>
              </a:ext>
              <a:ext uri="{28A0092B-C50C-407E-A947-70E740481C1C}">
                <a14:useLocalDpi xmlns:a14="http://schemas.microsoft.com/office/drawing/2010/main" val="0"/>
              </a:ext>
            </a:extLst>
          </a:blip>
          <a:srcRect l="2371" t="23333" r="16751"/>
          <a:stretch/>
        </p:blipFill>
        <p:spPr>
          <a:xfrm>
            <a:off x="8683551" y="-43132"/>
            <a:ext cx="3531454" cy="3347597"/>
          </a:xfrm>
          <a:prstGeom prst="rect">
            <a:avLst/>
          </a:prstGeom>
          <a:ln>
            <a:noFill/>
          </a:ln>
          <a:effectLst/>
        </p:spPr>
      </p:pic>
      <p:pic>
        <p:nvPicPr>
          <p:cNvPr id="26" name="图片 25"/>
          <p:cNvPicPr>
            <a:picLocks noChangeAspect="1"/>
          </p:cNvPicPr>
          <p:nvPr/>
        </p:nvPicPr>
        <p:blipFill>
          <a:blip r:embed="rId10" cstate="print">
            <a:grayscl/>
            <a:extLst>
              <a:ext uri="{BEBA8EAE-BF5A-486C-A8C5-ECC9F3942E4B}">
                <a14:imgProps xmlns:a14="http://schemas.microsoft.com/office/drawing/2010/main">
                  <a14:imgLayer r:embed="rId11">
                    <a14:imgEffect>
                      <a14:artisticChalkSketch/>
                    </a14:imgEffect>
                  </a14:imgLayer>
                </a14:imgProps>
              </a:ext>
              <a:ext uri="{28A0092B-C50C-407E-A947-70E740481C1C}">
                <a14:useLocalDpi xmlns:a14="http://schemas.microsoft.com/office/drawing/2010/main" val="0"/>
              </a:ext>
            </a:extLst>
          </a:blip>
          <a:stretch>
            <a:fillRect/>
          </a:stretch>
        </p:blipFill>
        <p:spPr>
          <a:xfrm>
            <a:off x="10297412" y="639326"/>
            <a:ext cx="931677" cy="933189"/>
          </a:xfrm>
          <a:prstGeom prst="rect">
            <a:avLst/>
          </a:prstGeom>
          <a:effectLst>
            <a:innerShdw blurRad="114300">
              <a:prstClr val="black"/>
            </a:innerShdw>
          </a:effectLst>
        </p:spPr>
      </p:pic>
      <p:sp>
        <p:nvSpPr>
          <p:cNvPr id="6" name="灯片编号占位符 5"/>
          <p:cNvSpPr>
            <a:spLocks noGrp="1"/>
          </p:cNvSpPr>
          <p:nvPr>
            <p:ph type="sldNum" sz="quarter" idx="10"/>
          </p:nvPr>
        </p:nvSpPr>
        <p:spPr/>
        <p:txBody>
          <a:bodyPr/>
          <a:lstStyle/>
          <a:p>
            <a:fld id="{9BDA83F4-0262-4454-9773-6006B56D6F37}" type="slidenum">
              <a:rPr lang="zh-CN" altLang="en-US" smtClean="0">
                <a:solidFill>
                  <a:schemeClr val="bg1"/>
                </a:solidFill>
              </a:rPr>
              <a:pPr/>
              <a:t>1</a:t>
            </a:fld>
            <a:endParaRPr lang="zh-CN" altLang="en-US" dirty="0">
              <a:solidFill>
                <a:schemeClr val="bg1"/>
              </a:solidFill>
            </a:endParaRPr>
          </a:p>
        </p:txBody>
      </p:sp>
    </p:spTree>
    <p:extLst>
      <p:ext uri="{BB962C8B-B14F-4D97-AF65-F5344CB8AC3E}">
        <p14:creationId xmlns:p14="http://schemas.microsoft.com/office/powerpoint/2010/main" val="18090516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9B01B3-1703-4AAD-8577-CC5A894D4BAA}"/>
              </a:ext>
            </a:extLst>
          </p:cNvPr>
          <p:cNvSpPr>
            <a:spLocks noGrp="1"/>
          </p:cNvSpPr>
          <p:nvPr>
            <p:ph type="title"/>
          </p:nvPr>
        </p:nvSpPr>
        <p:spPr/>
        <p:txBody>
          <a:bodyPr/>
          <a:lstStyle/>
          <a:p>
            <a:r>
              <a:rPr lang="zh-CN" altLang="en-US" b="1" dirty="0"/>
              <a:t>我们将要</a:t>
            </a:r>
            <a:r>
              <a:rPr lang="en-US" altLang="zh-CN" b="1" dirty="0"/>
              <a:t>…</a:t>
            </a:r>
            <a:endParaRPr lang="zh-CN" altLang="en-US" b="1" dirty="0"/>
          </a:p>
        </p:txBody>
      </p:sp>
      <p:sp>
        <p:nvSpPr>
          <p:cNvPr id="3" name="灯片编号占位符 2">
            <a:extLst>
              <a:ext uri="{FF2B5EF4-FFF2-40B4-BE49-F238E27FC236}">
                <a16:creationId xmlns:a16="http://schemas.microsoft.com/office/drawing/2014/main" id="{4B132BC8-1F84-4D84-B630-545DACCD087B}"/>
              </a:ext>
            </a:extLst>
          </p:cNvPr>
          <p:cNvSpPr>
            <a:spLocks noGrp="1"/>
          </p:cNvSpPr>
          <p:nvPr>
            <p:ph type="sldNum" sz="quarter" idx="10"/>
          </p:nvPr>
        </p:nvSpPr>
        <p:spPr/>
        <p:txBody>
          <a:bodyPr/>
          <a:lstStyle/>
          <a:p>
            <a:fld id="{BC2BB865-BE3C-4DEF-84E9-D9349E7A4EF9}" type="slidenum">
              <a:rPr lang="zh-CN" altLang="en-US" smtClean="0"/>
              <a:pPr/>
              <a:t>2</a:t>
            </a:fld>
            <a:endParaRPr lang="zh-CN" altLang="en-US"/>
          </a:p>
        </p:txBody>
      </p:sp>
      <p:sp>
        <p:nvSpPr>
          <p:cNvPr id="4" name="文本占位符 3">
            <a:extLst>
              <a:ext uri="{FF2B5EF4-FFF2-40B4-BE49-F238E27FC236}">
                <a16:creationId xmlns:a16="http://schemas.microsoft.com/office/drawing/2014/main" id="{347EC78C-99F7-488E-8950-E245043EB40D}"/>
              </a:ext>
            </a:extLst>
          </p:cNvPr>
          <p:cNvSpPr>
            <a:spLocks noGrp="1"/>
          </p:cNvSpPr>
          <p:nvPr>
            <p:ph type="body" sz="quarter" idx="11"/>
          </p:nvPr>
        </p:nvSpPr>
        <p:spPr/>
        <p:txBody>
          <a:bodyPr/>
          <a:lstStyle/>
          <a:p>
            <a:r>
              <a:rPr lang="zh-CN" altLang="en-US" dirty="0"/>
              <a:t>了解</a:t>
            </a:r>
            <a:r>
              <a:rPr lang="zh-CN" altLang="en-US"/>
              <a:t>并实现</a:t>
            </a:r>
            <a:r>
              <a:rPr lang="en-US" altLang="zh-CN"/>
              <a:t>Relief</a:t>
            </a:r>
            <a:r>
              <a:rPr lang="zh-CN" altLang="en-US"/>
              <a:t>与</a:t>
            </a:r>
            <a:r>
              <a:rPr lang="en-US" altLang="zh-CN"/>
              <a:t>Las Vegas Wrapper(LVW)</a:t>
            </a:r>
            <a:r>
              <a:rPr lang="zh-CN" altLang="en-US"/>
              <a:t>两种特征选择算法</a:t>
            </a:r>
            <a:endParaRPr lang="en-US" altLang="zh-CN" dirty="0"/>
          </a:p>
          <a:p>
            <a:r>
              <a:rPr lang="zh-CN" altLang="en-US" dirty="0"/>
              <a:t>主要形式为内容讲解与随堂练习</a:t>
            </a:r>
            <a:endParaRPr lang="en-US" altLang="zh-CN" dirty="0"/>
          </a:p>
          <a:p>
            <a:pPr lvl="1"/>
            <a:endParaRPr lang="zh-CN" altLang="en-US" dirty="0"/>
          </a:p>
        </p:txBody>
      </p:sp>
    </p:spTree>
    <p:extLst>
      <p:ext uri="{BB962C8B-B14F-4D97-AF65-F5344CB8AC3E}">
        <p14:creationId xmlns:p14="http://schemas.microsoft.com/office/powerpoint/2010/main" val="1729299729"/>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1F664-1378-0AA9-A0AB-0E1958255FC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F7BAA4F-3641-F170-B472-4837338EF764}"/>
              </a:ext>
            </a:extLst>
          </p:cNvPr>
          <p:cNvSpPr>
            <a:spLocks noGrp="1"/>
          </p:cNvSpPr>
          <p:nvPr>
            <p:ph type="title"/>
          </p:nvPr>
        </p:nvSpPr>
        <p:spPr/>
        <p:txBody>
          <a:bodyPr/>
          <a:lstStyle/>
          <a:p>
            <a:r>
              <a:rPr lang="zh-CN" altLang="en-US" b="1"/>
              <a:t>特征选择方法总述</a:t>
            </a:r>
            <a:endParaRPr lang="zh-CN" altLang="en-US" b="1" dirty="0"/>
          </a:p>
        </p:txBody>
      </p:sp>
      <p:sp>
        <p:nvSpPr>
          <p:cNvPr id="3" name="灯片编号占位符 2">
            <a:extLst>
              <a:ext uri="{FF2B5EF4-FFF2-40B4-BE49-F238E27FC236}">
                <a16:creationId xmlns:a16="http://schemas.microsoft.com/office/drawing/2014/main" id="{8B2C0E57-5133-5232-7B9A-7F50C03EFA0F}"/>
              </a:ext>
            </a:extLst>
          </p:cNvPr>
          <p:cNvSpPr>
            <a:spLocks noGrp="1"/>
          </p:cNvSpPr>
          <p:nvPr>
            <p:ph type="sldNum" sz="quarter" idx="10"/>
          </p:nvPr>
        </p:nvSpPr>
        <p:spPr/>
        <p:txBody>
          <a:bodyPr/>
          <a:lstStyle/>
          <a:p>
            <a:fld id="{BC2BB865-BE3C-4DEF-84E9-D9349E7A4EF9}" type="slidenum">
              <a:rPr lang="zh-CN" altLang="en-US" smtClean="0"/>
              <a:pPr/>
              <a:t>3</a:t>
            </a:fld>
            <a:endParaRPr lang="zh-CN" altLang="en-US"/>
          </a:p>
        </p:txBody>
      </p:sp>
      <p:sp>
        <p:nvSpPr>
          <p:cNvPr id="4" name="文本占位符 3">
            <a:extLst>
              <a:ext uri="{FF2B5EF4-FFF2-40B4-BE49-F238E27FC236}">
                <a16:creationId xmlns:a16="http://schemas.microsoft.com/office/drawing/2014/main" id="{094B48B2-C096-484D-17A1-FAF41E8C98C6}"/>
              </a:ext>
            </a:extLst>
          </p:cNvPr>
          <p:cNvSpPr>
            <a:spLocks noGrp="1"/>
          </p:cNvSpPr>
          <p:nvPr>
            <p:ph type="body" sz="quarter" idx="11"/>
          </p:nvPr>
        </p:nvSpPr>
        <p:spPr/>
        <p:txBody>
          <a:bodyPr/>
          <a:lstStyle/>
          <a:p>
            <a:r>
              <a:rPr lang="zh-CN" altLang="en-US" sz="1800" b="0" i="0" u="none" strike="noStrike" baseline="0">
                <a:latin typeface="HiddenHorzOCR"/>
              </a:rPr>
              <a:t>特征选择方法</a:t>
            </a:r>
            <a:endParaRPr lang="en-US" altLang="zh-CN" sz="1800" b="0" i="0" u="none" strike="noStrike" baseline="0">
              <a:latin typeface="HiddenHorzOCR"/>
            </a:endParaRPr>
          </a:p>
          <a:p>
            <a:pPr lvl="1"/>
            <a:r>
              <a:rPr lang="zh-CN" altLang="en-US"/>
              <a:t>过滤式</a:t>
            </a:r>
            <a:r>
              <a:rPr lang="en-US" altLang="zh-CN"/>
              <a:t>(filter)</a:t>
            </a:r>
          </a:p>
          <a:p>
            <a:pPr lvl="2"/>
            <a:r>
              <a:rPr lang="zh-CN" altLang="en-US"/>
              <a:t>过滤式方法先对数据集进行特征选择，然后再训练学习器，特征选择过程与后续学习器无关。</a:t>
            </a:r>
            <a:endParaRPr lang="en-US" altLang="zh-CN"/>
          </a:p>
          <a:p>
            <a:pPr lvl="2"/>
            <a:r>
              <a:rPr lang="zh-CN" altLang="en-US"/>
              <a:t>这相当于先用特征选择过程对初始特征进行</a:t>
            </a:r>
            <a:r>
              <a:rPr lang="en-US" altLang="zh-CN"/>
              <a:t>“</a:t>
            </a:r>
            <a:r>
              <a:rPr lang="zh-CN" altLang="en-US"/>
              <a:t>过滤</a:t>
            </a:r>
            <a:r>
              <a:rPr lang="en-US" altLang="zh-CN"/>
              <a:t>”</a:t>
            </a:r>
            <a:r>
              <a:rPr lang="zh-CN" altLang="en-US"/>
              <a:t>，再用过滤后的特征来训练模型。</a:t>
            </a:r>
            <a:endParaRPr lang="en-US" altLang="zh-CN"/>
          </a:p>
          <a:p>
            <a:pPr lvl="1"/>
            <a:r>
              <a:rPr lang="zh-CN" altLang="en-US"/>
              <a:t>包裹式</a:t>
            </a:r>
            <a:r>
              <a:rPr lang="en-US" altLang="zh-CN"/>
              <a:t>(wrapper)</a:t>
            </a:r>
          </a:p>
          <a:p>
            <a:pPr lvl="2"/>
            <a:r>
              <a:rPr lang="zh-CN" altLang="en-US"/>
              <a:t>包裹式特征选择直接把最终将要使用的学习器的性能作为特征于集的评价准则。</a:t>
            </a:r>
            <a:endParaRPr lang="en-US" altLang="zh-CN"/>
          </a:p>
          <a:p>
            <a:pPr lvl="2"/>
            <a:r>
              <a:rPr lang="zh-CN" altLang="en-US"/>
              <a:t>包裹式特征选择的目的就是为给定学习器选择最有利于其性能、“量身定做”的特征子集。</a:t>
            </a:r>
            <a:endParaRPr lang="en-US" altLang="zh-CN"/>
          </a:p>
          <a:p>
            <a:pPr lvl="1"/>
            <a:r>
              <a:rPr lang="zh-CN" altLang="en-US"/>
              <a:t>嵌入式</a:t>
            </a:r>
            <a:r>
              <a:rPr lang="en-US" altLang="zh-CN"/>
              <a:t>(embedding)</a:t>
            </a:r>
          </a:p>
          <a:p>
            <a:pPr lvl="2"/>
            <a:r>
              <a:rPr lang="zh-CN" altLang="en-US"/>
              <a:t>嵌入式特征选择是将特征选择过程与学习器训练过程融为一体，两者在同一个优化过程中完成，即在学习器训练过程中自动地进行了特征选择。</a:t>
            </a:r>
            <a:endParaRPr lang="zh-CN" altLang="en-US" dirty="0"/>
          </a:p>
        </p:txBody>
      </p:sp>
    </p:spTree>
    <p:extLst>
      <p:ext uri="{BB962C8B-B14F-4D97-AF65-F5344CB8AC3E}">
        <p14:creationId xmlns:p14="http://schemas.microsoft.com/office/powerpoint/2010/main" val="2796953072"/>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9B01B3-1703-4AAD-8577-CC5A894D4BAA}"/>
              </a:ext>
            </a:extLst>
          </p:cNvPr>
          <p:cNvSpPr>
            <a:spLocks noGrp="1"/>
          </p:cNvSpPr>
          <p:nvPr>
            <p:ph type="title"/>
          </p:nvPr>
        </p:nvSpPr>
        <p:spPr/>
        <p:txBody>
          <a:bodyPr/>
          <a:lstStyle/>
          <a:p>
            <a:r>
              <a:rPr lang="en-US" altLang="zh-CN" b="1">
                <a:solidFill>
                  <a:srgbClr val="213F79"/>
                </a:solidFill>
                <a:effectLst>
                  <a:innerShdw blurRad="63500" dist="50800" dir="13500000">
                    <a:prstClr val="black">
                      <a:alpha val="50000"/>
                    </a:prstClr>
                  </a:innerShdw>
                </a:effectLst>
                <a:latin typeface="方正兰亭特黑简体" panose="02000000000000000000" pitchFamily="2" charset="-122"/>
                <a:ea typeface="方正兰亭特黑简体" panose="02000000000000000000" pitchFamily="2" charset="-122"/>
              </a:rPr>
              <a:t>Relief</a:t>
            </a:r>
            <a:r>
              <a:rPr lang="zh-CN" altLang="en-US" b="1">
                <a:solidFill>
                  <a:srgbClr val="213F79"/>
                </a:solidFill>
                <a:effectLst>
                  <a:innerShdw blurRad="63500" dist="50800" dir="13500000">
                    <a:prstClr val="black">
                      <a:alpha val="50000"/>
                    </a:prstClr>
                  </a:innerShdw>
                </a:effectLst>
                <a:latin typeface="方正兰亭特黑简体" panose="02000000000000000000" pitchFamily="2" charset="-122"/>
                <a:ea typeface="方正兰亭特黑简体" panose="02000000000000000000" pitchFamily="2" charset="-122"/>
              </a:rPr>
              <a:t>过滤式特征选择算法</a:t>
            </a:r>
            <a:endParaRPr lang="zh-CN" altLang="en-US" b="1" dirty="0"/>
          </a:p>
        </p:txBody>
      </p:sp>
      <p:sp>
        <p:nvSpPr>
          <p:cNvPr id="3" name="灯片编号占位符 2">
            <a:extLst>
              <a:ext uri="{FF2B5EF4-FFF2-40B4-BE49-F238E27FC236}">
                <a16:creationId xmlns:a16="http://schemas.microsoft.com/office/drawing/2014/main" id="{4B132BC8-1F84-4D84-B630-545DACCD087B}"/>
              </a:ext>
            </a:extLst>
          </p:cNvPr>
          <p:cNvSpPr>
            <a:spLocks noGrp="1"/>
          </p:cNvSpPr>
          <p:nvPr>
            <p:ph type="sldNum" sz="quarter" idx="10"/>
          </p:nvPr>
        </p:nvSpPr>
        <p:spPr/>
        <p:txBody>
          <a:bodyPr/>
          <a:lstStyle/>
          <a:p>
            <a:fld id="{BC2BB865-BE3C-4DEF-84E9-D9349E7A4EF9}" type="slidenum">
              <a:rPr lang="zh-CN" altLang="en-US" smtClean="0"/>
              <a:pPr/>
              <a:t>4</a:t>
            </a:fld>
            <a:endParaRPr lang="zh-CN" altLang="en-US"/>
          </a:p>
        </p:txBody>
      </p:sp>
      <mc:AlternateContent xmlns:mc="http://schemas.openxmlformats.org/markup-compatibility/2006">
        <mc:Choice xmlns:a14="http://schemas.microsoft.com/office/drawing/2010/main" Requires="a14">
          <p:sp>
            <p:nvSpPr>
              <p:cNvPr id="9" name="文本框 8">
                <a:extLst>
                  <a:ext uri="{FF2B5EF4-FFF2-40B4-BE49-F238E27FC236}">
                    <a16:creationId xmlns:a16="http://schemas.microsoft.com/office/drawing/2014/main" id="{42FDDA9D-022B-692D-CCD5-C2EAEFDB8FB1}"/>
                  </a:ext>
                </a:extLst>
              </p:cNvPr>
              <p:cNvSpPr txBox="1"/>
              <p:nvPr/>
            </p:nvSpPr>
            <p:spPr>
              <a:xfrm>
                <a:off x="1013178" y="1070254"/>
                <a:ext cx="9598378" cy="5615640"/>
              </a:xfrm>
              <a:prstGeom prst="rect">
                <a:avLst/>
              </a:prstGeom>
              <a:noFill/>
            </p:spPr>
            <p:txBody>
              <a:bodyPr wrap="square">
                <a:spAutoFit/>
              </a:bodyPr>
              <a:lstStyle/>
              <a:p>
                <a:pPr algn="just"/>
                <a:r>
                  <a:rPr lang="en-US" altLang="zh-CN">
                    <a:latin typeface="Times New Roman" panose="02020603050405020304" pitchFamily="18" charset="0"/>
                    <a:ea typeface="等线" panose="02010600030101010101" pitchFamily="2" charset="-122"/>
                    <a:cs typeface="Times New Roman" panose="02020603050405020304" pitchFamily="18" charset="0"/>
                  </a:rPr>
                  <a:t>Relief</a:t>
                </a:r>
                <a:r>
                  <a:rPr lang="zh-CN" altLang="en-US">
                    <a:latin typeface="Times New Roman" panose="02020603050405020304" pitchFamily="18" charset="0"/>
                    <a:ea typeface="等线" panose="02010600030101010101" pitchFamily="2" charset="-122"/>
                    <a:cs typeface="Times New Roman" panose="02020603050405020304" pitchFamily="18" charset="0"/>
                  </a:rPr>
                  <a:t>：</a:t>
                </a:r>
                <a:endParaRPr lang="en-US" altLang="zh-CN">
                  <a:latin typeface="Times New Roman" panose="02020603050405020304" pitchFamily="18" charset="0"/>
                  <a:ea typeface="等线" panose="02010600030101010101" pitchFamily="2" charset="-122"/>
                  <a:cs typeface="Times New Roman" panose="02020603050405020304" pitchFamily="18" charset="0"/>
                </a:endParaRPr>
              </a:p>
              <a:p>
                <a:pPr algn="just"/>
                <a:r>
                  <a:rPr lang="en-US" altLang="zh-CN">
                    <a:latin typeface="Times New Roman" panose="02020603050405020304" pitchFamily="18" charset="0"/>
                    <a:ea typeface="等线" panose="02010600030101010101" pitchFamily="2" charset="-122"/>
                    <a:cs typeface="Times New Roman" panose="02020603050405020304" pitchFamily="18" charset="0"/>
                  </a:rPr>
                  <a:t>Relief (Relevant Features) </a:t>
                </a:r>
                <a:r>
                  <a:rPr lang="zh-CN" altLang="en-US">
                    <a:latin typeface="Times New Roman" panose="02020603050405020304" pitchFamily="18" charset="0"/>
                    <a:ea typeface="等线" panose="02010600030101010101" pitchFamily="2" charset="-122"/>
                    <a:cs typeface="Times New Roman" panose="02020603050405020304" pitchFamily="18" charset="0"/>
                  </a:rPr>
                  <a:t>是一种著名的过滤式特征选择方法，该方法设计了一个</a:t>
                </a:r>
                <a:r>
                  <a:rPr lang="en-US" altLang="zh-CN">
                    <a:latin typeface="Times New Roman" panose="02020603050405020304" pitchFamily="18" charset="0"/>
                    <a:ea typeface="等线" panose="02010600030101010101" pitchFamily="2" charset="-122"/>
                    <a:cs typeface="Times New Roman" panose="02020603050405020304" pitchFamily="18" charset="0"/>
                  </a:rPr>
                  <a:t>“</a:t>
                </a:r>
                <a:r>
                  <a:rPr lang="zh-CN" altLang="en-US">
                    <a:latin typeface="Times New Roman" panose="02020603050405020304" pitchFamily="18" charset="0"/>
                    <a:ea typeface="等线" panose="02010600030101010101" pitchFamily="2" charset="-122"/>
                    <a:cs typeface="Times New Roman" panose="02020603050405020304" pitchFamily="18" charset="0"/>
                  </a:rPr>
                  <a:t>相关统计量</a:t>
                </a:r>
                <a:r>
                  <a:rPr lang="en-US" altLang="zh-CN">
                    <a:latin typeface="Times New Roman" panose="02020603050405020304" pitchFamily="18" charset="0"/>
                    <a:ea typeface="等线" panose="02010600030101010101" pitchFamily="2" charset="-122"/>
                    <a:cs typeface="Times New Roman" panose="02020603050405020304" pitchFamily="18" charset="0"/>
                  </a:rPr>
                  <a:t>”</a:t>
                </a:r>
                <a:r>
                  <a:rPr lang="zh-CN" altLang="en-US">
                    <a:latin typeface="Times New Roman" panose="02020603050405020304" pitchFamily="18" charset="0"/>
                    <a:ea typeface="等线" panose="02010600030101010101" pitchFamily="2" charset="-122"/>
                    <a:cs typeface="Times New Roman" panose="02020603050405020304" pitchFamily="18" charset="0"/>
                  </a:rPr>
                  <a:t>来度量特征的重要性。该统计量是一个向量，其每个分量分别对应于一个初始特征，而特征子集的重要性则是由子集中每个特征所对应的相关统计量分量之和来决定。于是，最终只需指定一个阈值</a:t>
                </a:r>
                <a14:m>
                  <m:oMath xmlns:m="http://schemas.openxmlformats.org/officeDocument/2006/math">
                    <m:r>
                      <a:rPr lang="en-US" altLang="zh-CN" i="1" smtClean="0">
                        <a:latin typeface="Cambria Math" panose="02040503050406030204" pitchFamily="18" charset="0"/>
                        <a:ea typeface="等线" panose="02010600030101010101" pitchFamily="2" charset="-122"/>
                        <a:cs typeface="Times New Roman" panose="02020603050405020304" pitchFamily="18" charset="0"/>
                      </a:rPr>
                      <m:t>𝜏</m:t>
                    </m:r>
                  </m:oMath>
                </a14:m>
                <a:r>
                  <a:rPr lang="zh-CN" altLang="en-US">
                    <a:latin typeface="Times New Roman" panose="02020603050405020304" pitchFamily="18" charset="0"/>
                    <a:ea typeface="等线" panose="02010600030101010101" pitchFamily="2" charset="-122"/>
                    <a:cs typeface="Times New Roman" panose="02020603050405020304" pitchFamily="18" charset="0"/>
                  </a:rPr>
                  <a:t>，然后选择比</a:t>
                </a:r>
                <a14:m>
                  <m:oMath xmlns:m="http://schemas.openxmlformats.org/officeDocument/2006/math">
                    <m:r>
                      <a:rPr lang="en-US" altLang="zh-CN" i="1">
                        <a:latin typeface="Cambria Math" panose="02040503050406030204" pitchFamily="18" charset="0"/>
                        <a:ea typeface="等线" panose="02010600030101010101" pitchFamily="2" charset="-122"/>
                        <a:cs typeface="Times New Roman" panose="02020603050405020304" pitchFamily="18" charset="0"/>
                      </a:rPr>
                      <m:t>𝜏</m:t>
                    </m:r>
                  </m:oMath>
                </a14:m>
                <a:r>
                  <a:rPr lang="zh-CN" altLang="en-US">
                    <a:latin typeface="Times New Roman" panose="02020603050405020304" pitchFamily="18" charset="0"/>
                    <a:ea typeface="等线" panose="02010600030101010101" pitchFamily="2" charset="-122"/>
                    <a:cs typeface="Times New Roman" panose="02020603050405020304" pitchFamily="18" charset="0"/>
                  </a:rPr>
                  <a:t>大的相关统计量分量所对应的特征即可；也可指定欲选取的特征个数</a:t>
                </a:r>
                <a14:m>
                  <m:oMath xmlns:m="http://schemas.openxmlformats.org/officeDocument/2006/math">
                    <m:r>
                      <a:rPr lang="en-US" altLang="zh-CN" i="1" smtClean="0">
                        <a:latin typeface="Cambria Math" panose="02040503050406030204" pitchFamily="18" charset="0"/>
                        <a:ea typeface="等线" panose="02010600030101010101" pitchFamily="2" charset="-122"/>
                        <a:cs typeface="Times New Roman" panose="02020603050405020304" pitchFamily="18" charset="0"/>
                      </a:rPr>
                      <m:t>𝑘</m:t>
                    </m:r>
                  </m:oMath>
                </a14:m>
                <a:r>
                  <a:rPr lang="zh-CN" altLang="en-US">
                    <a:latin typeface="Times New Roman" panose="02020603050405020304" pitchFamily="18" charset="0"/>
                    <a:ea typeface="等线" panose="02010600030101010101" pitchFamily="2" charset="-122"/>
                    <a:cs typeface="Times New Roman" panose="02020603050405020304" pitchFamily="18" charset="0"/>
                  </a:rPr>
                  <a:t>，然后选择相关统计量分量最大的</a:t>
                </a:r>
                <a14:m>
                  <m:oMath xmlns:m="http://schemas.openxmlformats.org/officeDocument/2006/math">
                    <m:r>
                      <a:rPr lang="en-US" altLang="zh-CN" i="1" smtClean="0">
                        <a:latin typeface="Cambria Math" panose="02040503050406030204" pitchFamily="18" charset="0"/>
                        <a:ea typeface="等线" panose="02010600030101010101" pitchFamily="2" charset="-122"/>
                        <a:cs typeface="Times New Roman" panose="02020603050405020304" pitchFamily="18" charset="0"/>
                      </a:rPr>
                      <m:t>𝑘</m:t>
                    </m:r>
                  </m:oMath>
                </a14:m>
                <a:r>
                  <a:rPr lang="zh-CN" altLang="en-US">
                    <a:latin typeface="Times New Roman" panose="02020603050405020304" pitchFamily="18" charset="0"/>
                    <a:ea typeface="等线" panose="02010600030101010101" pitchFamily="2" charset="-122"/>
                    <a:cs typeface="Times New Roman" panose="02020603050405020304" pitchFamily="18" charset="0"/>
                  </a:rPr>
                  <a:t>个特征。</a:t>
                </a:r>
                <a:endParaRPr lang="en-US" altLang="zh-CN" sz="1800">
                  <a:effectLst/>
                  <a:latin typeface="Times New Roman" panose="02020603050405020304" pitchFamily="18" charset="0"/>
                  <a:ea typeface="等线" panose="02010600030101010101" pitchFamily="2" charset="-122"/>
                  <a:cs typeface="Times New Roman" panose="02020603050405020304" pitchFamily="18" charset="0"/>
                </a:endParaRPr>
              </a:p>
              <a:p>
                <a:pPr algn="just"/>
                <a:endParaRPr lang="en-US" altLang="zh-CN" sz="1800">
                  <a:effectLst/>
                  <a:latin typeface="Times New Roman" panose="02020603050405020304" pitchFamily="18" charset="0"/>
                  <a:ea typeface="等线" panose="02010600030101010101" pitchFamily="2" charset="-122"/>
                  <a:cs typeface="Times New Roman" panose="02020603050405020304" pitchFamily="18" charset="0"/>
                </a:endParaRPr>
              </a:p>
              <a:p>
                <a:pPr algn="l"/>
                <a:r>
                  <a:rPr lang="en-US" altLang="zh-CN">
                    <a:latin typeface="Times New Roman" panose="02020603050405020304" pitchFamily="18" charset="0"/>
                    <a:ea typeface="等线" panose="02010600030101010101" pitchFamily="2" charset="-122"/>
                    <a:cs typeface="Times New Roman" panose="02020603050405020304" pitchFamily="18" charset="0"/>
                  </a:rPr>
                  <a:t>Relief </a:t>
                </a:r>
                <a:r>
                  <a:rPr lang="zh-CN" altLang="en-US">
                    <a:latin typeface="Times New Roman" panose="02020603050405020304" pitchFamily="18" charset="0"/>
                    <a:ea typeface="等线" panose="02010600030101010101" pitchFamily="2" charset="-122"/>
                    <a:cs typeface="Times New Roman" panose="02020603050405020304" pitchFamily="18" charset="0"/>
                  </a:rPr>
                  <a:t>的关键是如何确定相关统计量：</a:t>
                </a:r>
                <a:endParaRPr lang="en-US" altLang="zh-CN">
                  <a:latin typeface="Times New Roman" panose="02020603050405020304" pitchFamily="18" charset="0"/>
                  <a:ea typeface="等线" panose="02010600030101010101" pitchFamily="2" charset="-122"/>
                  <a:cs typeface="Times New Roman" panose="02020603050405020304" pitchFamily="18" charset="0"/>
                </a:endParaRPr>
              </a:p>
              <a:p>
                <a:r>
                  <a:rPr lang="zh-CN" altLang="en-US">
                    <a:latin typeface="Times New Roman" panose="02020603050405020304" pitchFamily="18" charset="0"/>
                    <a:ea typeface="等线" panose="02010600030101010101" pitchFamily="2" charset="-122"/>
                    <a:cs typeface="Times New Roman" panose="02020603050405020304" pitchFamily="18" charset="0"/>
                  </a:rPr>
                  <a:t>对每个示例</a:t>
                </a:r>
                <a14:m>
                  <m:oMath xmlns:m="http://schemas.openxmlformats.org/officeDocument/2006/math">
                    <m:sSub>
                      <m:sSubPr>
                        <m:ctrlPr>
                          <a:rPr lang="en-US" altLang="zh-CN" b="0" i="1" smtClean="0">
                            <a:latin typeface="Cambria Math" panose="02040503050406030204" pitchFamily="18" charset="0"/>
                            <a:ea typeface="等线" panose="02010600030101010101" pitchFamily="2" charset="-122"/>
                            <a:cs typeface="Times New Roman" panose="02020603050405020304" pitchFamily="18" charset="0"/>
                          </a:rPr>
                        </m:ctrlPr>
                      </m:sSubPr>
                      <m:e>
                        <m:r>
                          <a:rPr lang="en-US" altLang="zh-CN" b="0" i="1" smtClean="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b="0" i="1" smtClean="0">
                            <a:latin typeface="Cambria Math" panose="02040503050406030204" pitchFamily="18" charset="0"/>
                            <a:ea typeface="等线" panose="02010600030101010101" pitchFamily="2" charset="-122"/>
                            <a:cs typeface="Times New Roman" panose="02020603050405020304" pitchFamily="18" charset="0"/>
                          </a:rPr>
                          <m:t>𝑖</m:t>
                        </m:r>
                      </m:sub>
                    </m:sSub>
                  </m:oMath>
                </a14:m>
                <a:r>
                  <a:rPr lang="zh-CN" altLang="en-US">
                    <a:latin typeface="Times New Roman" panose="02020603050405020304" pitchFamily="18" charset="0"/>
                    <a:ea typeface="等线" panose="02010600030101010101" pitchFamily="2" charset="-122"/>
                    <a:cs typeface="Times New Roman" panose="02020603050405020304" pitchFamily="18" charset="0"/>
                  </a:rPr>
                  <a:t>，</a:t>
                </a:r>
                <a:r>
                  <a:rPr lang="en-US" altLang="zh-CN">
                    <a:latin typeface="Times New Roman" panose="02020603050405020304" pitchFamily="18" charset="0"/>
                    <a:ea typeface="等线" panose="02010600030101010101" pitchFamily="2" charset="-122"/>
                    <a:cs typeface="Times New Roman" panose="02020603050405020304" pitchFamily="18" charset="0"/>
                  </a:rPr>
                  <a:t>Relief</a:t>
                </a:r>
                <a:r>
                  <a:rPr lang="zh-CN" altLang="en-US">
                    <a:latin typeface="Times New Roman" panose="02020603050405020304" pitchFamily="18" charset="0"/>
                    <a:ea typeface="等线" panose="02010600030101010101" pitchFamily="2" charset="-122"/>
                    <a:cs typeface="Times New Roman" panose="02020603050405020304" pitchFamily="18" charset="0"/>
                  </a:rPr>
                  <a:t>先在</a:t>
                </a:r>
                <a14:m>
                  <m:oMath xmlns:m="http://schemas.openxmlformats.org/officeDocument/2006/math">
                    <m:sSub>
                      <m:sSubPr>
                        <m:ctrlPr>
                          <a:rPr lang="en-US" altLang="zh-CN" i="1">
                            <a:latin typeface="Cambria Math" panose="02040503050406030204" pitchFamily="18" charset="0"/>
                            <a:ea typeface="等线" panose="02010600030101010101" pitchFamily="2" charset="-122"/>
                            <a:cs typeface="Times New Roman" panose="02020603050405020304" pitchFamily="18" charset="0"/>
                          </a:rPr>
                        </m:ctrlPr>
                      </m:sSubPr>
                      <m:e>
                        <m:r>
                          <a:rPr lang="en-US" altLang="zh-CN" i="1">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i="1">
                            <a:latin typeface="Cambria Math" panose="02040503050406030204" pitchFamily="18" charset="0"/>
                            <a:ea typeface="等线" panose="02010600030101010101" pitchFamily="2" charset="-122"/>
                            <a:cs typeface="Times New Roman" panose="02020603050405020304" pitchFamily="18" charset="0"/>
                          </a:rPr>
                          <m:t>𝑖</m:t>
                        </m:r>
                      </m:sub>
                    </m:sSub>
                  </m:oMath>
                </a14:m>
                <a:r>
                  <a:rPr lang="zh-CN" altLang="en-US">
                    <a:latin typeface="Times New Roman" panose="02020603050405020304" pitchFamily="18" charset="0"/>
                    <a:ea typeface="等线" panose="02010600030101010101" pitchFamily="2" charset="-122"/>
                    <a:cs typeface="Times New Roman" panose="02020603050405020304" pitchFamily="18" charset="0"/>
                  </a:rPr>
                  <a:t>的同类样本中寻找其最近邻</a:t>
                </a:r>
                <a14:m>
                  <m:oMath xmlns:m="http://schemas.openxmlformats.org/officeDocument/2006/math">
                    <m:sSub>
                      <m:sSubPr>
                        <m:ctrlPr>
                          <a:rPr lang="en-US" altLang="zh-CN" b="0" i="1" smtClean="0">
                            <a:latin typeface="Cambria Math" panose="02040503050406030204" pitchFamily="18" charset="0"/>
                            <a:ea typeface="等线" panose="02010600030101010101" pitchFamily="2" charset="-122"/>
                            <a:cs typeface="Times New Roman" panose="02020603050405020304" pitchFamily="18" charset="0"/>
                          </a:rPr>
                        </m:ctrlPr>
                      </m:sSubPr>
                      <m:e>
                        <m:r>
                          <a:rPr lang="en-US" altLang="zh-CN" b="0" i="1" smtClean="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b="0" i="1" smtClean="0">
                            <a:latin typeface="Cambria Math" panose="02040503050406030204" pitchFamily="18" charset="0"/>
                            <a:ea typeface="等线" panose="02010600030101010101" pitchFamily="2" charset="-122"/>
                            <a:cs typeface="Times New Roman" panose="02020603050405020304" pitchFamily="18" charset="0"/>
                          </a:rPr>
                          <m:t>𝑖</m:t>
                        </m:r>
                        <m:r>
                          <a:rPr lang="en-US" altLang="zh-CN" b="0" i="1" smtClean="0">
                            <a:latin typeface="Cambria Math" panose="02040503050406030204" pitchFamily="18" charset="0"/>
                            <a:ea typeface="等线" panose="02010600030101010101" pitchFamily="2" charset="-122"/>
                            <a:cs typeface="Times New Roman" panose="02020603050405020304" pitchFamily="18" charset="0"/>
                          </a:rPr>
                          <m:t>,</m:t>
                        </m:r>
                        <m:r>
                          <a:rPr lang="en-US" altLang="zh-CN" b="0" i="1" smtClean="0">
                            <a:latin typeface="Cambria Math" panose="02040503050406030204" pitchFamily="18" charset="0"/>
                            <a:ea typeface="等线" panose="02010600030101010101" pitchFamily="2" charset="-122"/>
                            <a:cs typeface="Times New Roman" panose="02020603050405020304" pitchFamily="18" charset="0"/>
                          </a:rPr>
                          <m:t>𝑛h</m:t>
                        </m:r>
                      </m:sub>
                    </m:sSub>
                  </m:oMath>
                </a14:m>
                <a:r>
                  <a:rPr lang="zh-CN" altLang="en-US">
                    <a:latin typeface="Times New Roman" panose="02020603050405020304" pitchFamily="18" charset="0"/>
                    <a:ea typeface="等线" panose="02010600030101010101" pitchFamily="2" charset="-122"/>
                    <a:cs typeface="Times New Roman" panose="02020603050405020304" pitchFamily="18" charset="0"/>
                  </a:rPr>
                  <a:t>，称为</a:t>
                </a:r>
                <a:r>
                  <a:rPr lang="en-US" altLang="zh-CN">
                    <a:latin typeface="Times New Roman" panose="02020603050405020304" pitchFamily="18" charset="0"/>
                    <a:ea typeface="等线" panose="02010600030101010101" pitchFamily="2" charset="-122"/>
                    <a:cs typeface="Times New Roman" panose="02020603050405020304" pitchFamily="18" charset="0"/>
                  </a:rPr>
                  <a:t>"</a:t>
                </a:r>
                <a:r>
                  <a:rPr lang="zh-CN" altLang="en-US">
                    <a:latin typeface="Times New Roman" panose="02020603050405020304" pitchFamily="18" charset="0"/>
                    <a:ea typeface="等线" panose="02010600030101010101" pitchFamily="2" charset="-122"/>
                    <a:cs typeface="Times New Roman" panose="02020603050405020304" pitchFamily="18" charset="0"/>
                  </a:rPr>
                  <a:t>猜中近邻</a:t>
                </a:r>
                <a:r>
                  <a:rPr lang="en-US" altLang="zh-CN">
                    <a:latin typeface="Times New Roman" panose="02020603050405020304" pitchFamily="18" charset="0"/>
                    <a:ea typeface="等线" panose="02010600030101010101" pitchFamily="2" charset="-122"/>
                    <a:cs typeface="Times New Roman" panose="02020603050405020304" pitchFamily="18" charset="0"/>
                  </a:rPr>
                  <a:t>" (near-hit)</a:t>
                </a:r>
              </a:p>
              <a:p>
                <a:r>
                  <a:rPr lang="zh-CN" altLang="en-US">
                    <a:latin typeface="Times New Roman" panose="02020603050405020304" pitchFamily="18" charset="0"/>
                    <a:ea typeface="等线" panose="02010600030101010101" pitchFamily="2" charset="-122"/>
                    <a:cs typeface="Times New Roman" panose="02020603050405020304" pitchFamily="18" charset="0"/>
                  </a:rPr>
                  <a:t>再从</a:t>
                </a:r>
                <a14:m>
                  <m:oMath xmlns:m="http://schemas.openxmlformats.org/officeDocument/2006/math">
                    <m:sSub>
                      <m:sSubPr>
                        <m:ctrlPr>
                          <a:rPr lang="en-US" altLang="zh-CN" b="0" i="1" smtClean="0">
                            <a:latin typeface="Cambria Math" panose="02040503050406030204" pitchFamily="18" charset="0"/>
                            <a:ea typeface="等线" panose="02010600030101010101" pitchFamily="2" charset="-122"/>
                            <a:cs typeface="Times New Roman" panose="02020603050405020304" pitchFamily="18" charset="0"/>
                          </a:rPr>
                        </m:ctrlPr>
                      </m:sSubPr>
                      <m:e>
                        <m:r>
                          <a:rPr lang="en-US" altLang="zh-CN" b="0" i="1" smtClean="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b="0" i="1" smtClean="0">
                            <a:latin typeface="Cambria Math" panose="02040503050406030204" pitchFamily="18" charset="0"/>
                            <a:ea typeface="等线" panose="02010600030101010101" pitchFamily="2" charset="-122"/>
                            <a:cs typeface="Times New Roman" panose="02020603050405020304" pitchFamily="18" charset="0"/>
                          </a:rPr>
                          <m:t>𝑖</m:t>
                        </m:r>
                      </m:sub>
                    </m:sSub>
                  </m:oMath>
                </a14:m>
                <a:r>
                  <a:rPr lang="zh-CN" altLang="en-US">
                    <a:latin typeface="Times New Roman" panose="02020603050405020304" pitchFamily="18" charset="0"/>
                    <a:ea typeface="等线" panose="02010600030101010101" pitchFamily="2" charset="-122"/>
                    <a:cs typeface="Times New Roman" panose="02020603050405020304" pitchFamily="18" charset="0"/>
                  </a:rPr>
                  <a:t>的异类样本中寻找其最近邻</a:t>
                </a:r>
                <a14:m>
                  <m:oMath xmlns:m="http://schemas.openxmlformats.org/officeDocument/2006/math">
                    <m:sSub>
                      <m:sSubPr>
                        <m:ctrlPr>
                          <a:rPr lang="en-US" altLang="zh-CN" b="0" i="1" smtClean="0">
                            <a:latin typeface="Cambria Math" panose="02040503050406030204" pitchFamily="18" charset="0"/>
                            <a:ea typeface="等线" panose="02010600030101010101" pitchFamily="2" charset="-122"/>
                            <a:cs typeface="Times New Roman" panose="02020603050405020304" pitchFamily="18" charset="0"/>
                          </a:rPr>
                        </m:ctrlPr>
                      </m:sSubPr>
                      <m:e>
                        <m:r>
                          <a:rPr lang="en-US" altLang="zh-CN" b="0" i="1" smtClean="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b="0" i="1" smtClean="0">
                            <a:latin typeface="Cambria Math" panose="02040503050406030204" pitchFamily="18" charset="0"/>
                            <a:ea typeface="等线" panose="02010600030101010101" pitchFamily="2" charset="-122"/>
                            <a:cs typeface="Times New Roman" panose="02020603050405020304" pitchFamily="18" charset="0"/>
                          </a:rPr>
                          <m:t>𝑖</m:t>
                        </m:r>
                        <m:r>
                          <a:rPr lang="en-US" altLang="zh-CN" b="0" i="1" smtClean="0">
                            <a:latin typeface="Cambria Math" panose="02040503050406030204" pitchFamily="18" charset="0"/>
                            <a:ea typeface="等线" panose="02010600030101010101" pitchFamily="2" charset="-122"/>
                            <a:cs typeface="Times New Roman" panose="02020603050405020304" pitchFamily="18" charset="0"/>
                          </a:rPr>
                          <m:t>,</m:t>
                        </m:r>
                        <m:r>
                          <a:rPr lang="en-US" altLang="zh-CN" b="0" i="1" smtClean="0">
                            <a:latin typeface="Cambria Math" panose="02040503050406030204" pitchFamily="18" charset="0"/>
                            <a:ea typeface="等线" panose="02010600030101010101" pitchFamily="2" charset="-122"/>
                            <a:cs typeface="Times New Roman" panose="02020603050405020304" pitchFamily="18" charset="0"/>
                          </a:rPr>
                          <m:t>𝑛𝑚</m:t>
                        </m:r>
                      </m:sub>
                    </m:sSub>
                  </m:oMath>
                </a14:m>
                <a:r>
                  <a:rPr lang="zh-CN" altLang="en-US">
                    <a:latin typeface="Times New Roman" panose="02020603050405020304" pitchFamily="18" charset="0"/>
                    <a:ea typeface="等线" panose="02010600030101010101" pitchFamily="2" charset="-122"/>
                    <a:cs typeface="Times New Roman" panose="02020603050405020304" pitchFamily="18" charset="0"/>
                  </a:rPr>
                  <a:t>，称为</a:t>
                </a:r>
                <a:r>
                  <a:rPr lang="en-US" altLang="zh-CN">
                    <a:latin typeface="Times New Roman" panose="02020603050405020304" pitchFamily="18" charset="0"/>
                    <a:ea typeface="等线" panose="02010600030101010101" pitchFamily="2" charset="-122"/>
                    <a:cs typeface="Times New Roman" panose="02020603050405020304" pitchFamily="18" charset="0"/>
                  </a:rPr>
                  <a:t>"</a:t>
                </a:r>
                <a:r>
                  <a:rPr lang="zh-CN" altLang="en-US">
                    <a:latin typeface="Times New Roman" panose="02020603050405020304" pitchFamily="18" charset="0"/>
                    <a:ea typeface="等线" panose="02010600030101010101" pitchFamily="2" charset="-122"/>
                    <a:cs typeface="Times New Roman" panose="02020603050405020304" pitchFamily="18" charset="0"/>
                  </a:rPr>
                  <a:t>猜错近邻</a:t>
                </a:r>
                <a:r>
                  <a:rPr lang="en-US" altLang="zh-CN">
                    <a:latin typeface="Times New Roman" panose="02020603050405020304" pitchFamily="18" charset="0"/>
                    <a:ea typeface="等线" panose="02010600030101010101" pitchFamily="2" charset="-122"/>
                    <a:cs typeface="Times New Roman" panose="02020603050405020304" pitchFamily="18" charset="0"/>
                  </a:rPr>
                  <a:t>" (near-miss)</a:t>
                </a:r>
              </a:p>
              <a:p>
                <a:pPr algn="l"/>
                <a:endParaRPr lang="en-US" altLang="zh-CN">
                  <a:latin typeface="Times New Roman" panose="02020603050405020304" pitchFamily="18" charset="0"/>
                  <a:ea typeface="等线" panose="02010600030101010101" pitchFamily="2" charset="-122"/>
                  <a:cs typeface="Times New Roman" panose="02020603050405020304" pitchFamily="18" charset="0"/>
                </a:endParaRPr>
              </a:p>
              <a:p>
                <a:pPr algn="l"/>
                <a14:m>
                  <m:oMathPara xmlns:m="http://schemas.openxmlformats.org/officeDocument/2006/math">
                    <m:oMathParaPr>
                      <m:jc m:val="centerGroup"/>
                    </m:oMathParaPr>
                    <m:oMath xmlns:m="http://schemas.openxmlformats.org/officeDocument/2006/math">
                      <m:sSup>
                        <m:sSupPr>
                          <m:ctrlPr>
                            <a:rPr lang="en-US" altLang="zh-CN" b="1" i="1" smtClean="0">
                              <a:latin typeface="Cambria Math" panose="02040503050406030204" pitchFamily="18" charset="0"/>
                            </a:rPr>
                          </m:ctrlPr>
                        </m:sSupPr>
                        <m:e>
                          <m:r>
                            <a:rPr lang="en-US" altLang="zh-CN" b="1" i="1" smtClean="0">
                              <a:latin typeface="Cambria Math" panose="02040503050406030204" pitchFamily="18" charset="0"/>
                            </a:rPr>
                            <m:t>𝜹</m:t>
                          </m:r>
                        </m:e>
                        <m:sup>
                          <m:r>
                            <a:rPr lang="en-US" altLang="zh-CN" b="1" i="1" smtClean="0">
                              <a:latin typeface="Cambria Math" panose="02040503050406030204" pitchFamily="18" charset="0"/>
                            </a:rPr>
                            <m:t>𝒋</m:t>
                          </m:r>
                        </m:sup>
                      </m:sSup>
                      <m:r>
                        <a:rPr lang="en-US" altLang="zh-CN" b="1" i="1" smtClean="0">
                          <a:latin typeface="Cambria Math" panose="02040503050406030204" pitchFamily="18" charset="0"/>
                        </a:rPr>
                        <m:t>=</m:t>
                      </m:r>
                      <m:nary>
                        <m:naryPr>
                          <m:chr m:val="∑"/>
                          <m:supHide m:val="on"/>
                          <m:ctrlPr>
                            <a:rPr lang="en-US" altLang="zh-CN" b="1" i="1" smtClean="0">
                              <a:latin typeface="Cambria Math" panose="02040503050406030204" pitchFamily="18" charset="0"/>
                            </a:rPr>
                          </m:ctrlPr>
                        </m:naryPr>
                        <m:sub>
                          <m:r>
                            <a:rPr lang="en-US" altLang="zh-CN" b="1" i="1" smtClean="0">
                              <a:latin typeface="Cambria Math" panose="02040503050406030204" pitchFamily="18" charset="0"/>
                            </a:rPr>
                            <m:t>𝒊</m:t>
                          </m:r>
                        </m:sub>
                        <m:sup/>
                        <m:e>
                          <m:r>
                            <a:rPr lang="en-US" altLang="zh-CN" b="1" i="1" smtClean="0">
                              <a:latin typeface="Cambria Math" panose="02040503050406030204" pitchFamily="18" charset="0"/>
                            </a:rPr>
                            <m:t>−</m:t>
                          </m:r>
                          <m:r>
                            <a:rPr lang="en-US" altLang="zh-CN" b="1" i="0" smtClean="0">
                              <a:latin typeface="Cambria Math" panose="02040503050406030204" pitchFamily="18" charset="0"/>
                            </a:rPr>
                            <m:t>𝐝𝐢𝐟𝐟</m:t>
                          </m:r>
                          <m:sSup>
                            <m:sSupPr>
                              <m:ctrlPr>
                                <a:rPr lang="en-US" altLang="zh-CN" b="1" i="1" smtClean="0">
                                  <a:latin typeface="Cambria Math" panose="02040503050406030204" pitchFamily="18" charset="0"/>
                                </a:rPr>
                              </m:ctrlPr>
                            </m:sSupPr>
                            <m:e>
                              <m:d>
                                <m:dPr>
                                  <m:ctrlPr>
                                    <a:rPr lang="en-US" altLang="zh-CN" b="1" i="1" smtClean="0">
                                      <a:latin typeface="Cambria Math" panose="02040503050406030204" pitchFamily="18" charset="0"/>
                                    </a:rPr>
                                  </m:ctrlPr>
                                </m:dPr>
                                <m:e>
                                  <m:sSubSup>
                                    <m:sSubSupPr>
                                      <m:ctrlPr>
                                        <a:rPr lang="en-US" altLang="zh-CN" b="1" i="1" smtClean="0">
                                          <a:latin typeface="Cambria Math" panose="02040503050406030204" pitchFamily="18" charset="0"/>
                                        </a:rPr>
                                      </m:ctrlPr>
                                    </m:sSubSup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𝒊</m:t>
                                      </m:r>
                                    </m:sub>
                                    <m:sup>
                                      <m:r>
                                        <a:rPr lang="en-US" altLang="zh-CN" b="1" i="1" smtClean="0">
                                          <a:latin typeface="Cambria Math" panose="02040503050406030204" pitchFamily="18" charset="0"/>
                                        </a:rPr>
                                        <m:t>𝒋</m:t>
                                      </m:r>
                                    </m:sup>
                                  </m:sSubSup>
                                  <m:r>
                                    <a:rPr lang="en-US" altLang="zh-CN" b="1" i="1" smtClean="0">
                                      <a:latin typeface="Cambria Math" panose="02040503050406030204" pitchFamily="18" charset="0"/>
                                    </a:rPr>
                                    <m:t>,</m:t>
                                  </m:r>
                                  <m:sSubSup>
                                    <m:sSubSupPr>
                                      <m:ctrlPr>
                                        <a:rPr lang="en-US" altLang="zh-CN" b="1" i="1" smtClean="0">
                                          <a:latin typeface="Cambria Math" panose="02040503050406030204" pitchFamily="18" charset="0"/>
                                        </a:rPr>
                                      </m:ctrlPr>
                                    </m:sSubSup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𝒊</m:t>
                                      </m:r>
                                      <m:r>
                                        <a:rPr lang="en-US" altLang="zh-CN" b="1" i="1" smtClean="0">
                                          <a:latin typeface="Cambria Math" panose="02040503050406030204" pitchFamily="18" charset="0"/>
                                        </a:rPr>
                                        <m:t>,</m:t>
                                      </m:r>
                                      <m:r>
                                        <a:rPr lang="en-US" altLang="zh-CN" b="1" i="1" smtClean="0">
                                          <a:latin typeface="Cambria Math" panose="02040503050406030204" pitchFamily="18" charset="0"/>
                                        </a:rPr>
                                        <m:t>𝒏𝒉</m:t>
                                      </m:r>
                                    </m:sub>
                                    <m:sup>
                                      <m:r>
                                        <a:rPr lang="en-US" altLang="zh-CN" b="1" i="1" smtClean="0">
                                          <a:latin typeface="Cambria Math" panose="02040503050406030204" pitchFamily="18" charset="0"/>
                                        </a:rPr>
                                        <m:t>𝒋</m:t>
                                      </m:r>
                                    </m:sup>
                                  </m:sSubSup>
                                </m:e>
                              </m:d>
                            </m:e>
                            <m:sup>
                              <m:r>
                                <a:rPr lang="en-US" altLang="zh-CN" b="1" i="1" smtClean="0">
                                  <a:latin typeface="Cambria Math" panose="02040503050406030204" pitchFamily="18" charset="0"/>
                                </a:rPr>
                                <m:t>𝟐</m:t>
                              </m:r>
                            </m:sup>
                          </m:sSup>
                          <m:r>
                            <a:rPr lang="en-US" altLang="zh-CN" b="1" i="1" smtClean="0">
                              <a:latin typeface="Cambria Math" panose="02040503050406030204" pitchFamily="18" charset="0"/>
                            </a:rPr>
                            <m:t>+</m:t>
                          </m:r>
                          <m:r>
                            <a:rPr lang="en-US" altLang="zh-CN" b="1" i="0" smtClean="0">
                              <a:latin typeface="Cambria Math" panose="02040503050406030204" pitchFamily="18" charset="0"/>
                            </a:rPr>
                            <m:t>𝐝𝐢𝐟𝐟</m:t>
                          </m:r>
                          <m:sSup>
                            <m:sSupPr>
                              <m:ctrlPr>
                                <a:rPr lang="en-US" altLang="zh-CN" b="1" i="1" smtClean="0">
                                  <a:latin typeface="Cambria Math" panose="02040503050406030204" pitchFamily="18" charset="0"/>
                                </a:rPr>
                              </m:ctrlPr>
                            </m:sSupPr>
                            <m:e>
                              <m:d>
                                <m:dPr>
                                  <m:ctrlPr>
                                    <a:rPr lang="en-US" altLang="zh-CN" b="1" i="1" smtClean="0">
                                      <a:latin typeface="Cambria Math" panose="02040503050406030204" pitchFamily="18" charset="0"/>
                                    </a:rPr>
                                  </m:ctrlPr>
                                </m:dPr>
                                <m:e>
                                  <m:sSubSup>
                                    <m:sSubSupPr>
                                      <m:ctrlPr>
                                        <a:rPr lang="en-US" altLang="zh-CN" b="1" i="1" smtClean="0">
                                          <a:latin typeface="Cambria Math" panose="02040503050406030204" pitchFamily="18" charset="0"/>
                                        </a:rPr>
                                      </m:ctrlPr>
                                    </m:sSubSup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𝒊</m:t>
                                      </m:r>
                                    </m:sub>
                                    <m:sup>
                                      <m:r>
                                        <a:rPr lang="en-US" altLang="zh-CN" b="1" i="1" smtClean="0">
                                          <a:latin typeface="Cambria Math" panose="02040503050406030204" pitchFamily="18" charset="0"/>
                                        </a:rPr>
                                        <m:t>𝒋</m:t>
                                      </m:r>
                                    </m:sup>
                                  </m:sSubSup>
                                  <m:r>
                                    <a:rPr lang="en-US" altLang="zh-CN" b="1" i="1" smtClean="0">
                                      <a:latin typeface="Cambria Math" panose="02040503050406030204" pitchFamily="18" charset="0"/>
                                    </a:rPr>
                                    <m:t>,</m:t>
                                  </m:r>
                                  <m:sSubSup>
                                    <m:sSubSupPr>
                                      <m:ctrlPr>
                                        <a:rPr lang="en-US" altLang="zh-CN" b="1" i="1" smtClean="0">
                                          <a:latin typeface="Cambria Math" panose="02040503050406030204" pitchFamily="18" charset="0"/>
                                        </a:rPr>
                                      </m:ctrlPr>
                                    </m:sSubSup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𝒊</m:t>
                                      </m:r>
                                      <m:r>
                                        <a:rPr lang="en-US" altLang="zh-CN" b="1" i="1" smtClean="0">
                                          <a:latin typeface="Cambria Math" panose="02040503050406030204" pitchFamily="18" charset="0"/>
                                        </a:rPr>
                                        <m:t>,</m:t>
                                      </m:r>
                                      <m:r>
                                        <a:rPr lang="en-US" altLang="zh-CN" b="1" i="1" smtClean="0">
                                          <a:latin typeface="Cambria Math" panose="02040503050406030204" pitchFamily="18" charset="0"/>
                                        </a:rPr>
                                        <m:t>𝒏𝒎</m:t>
                                      </m:r>
                                    </m:sub>
                                    <m:sup>
                                      <m:r>
                                        <a:rPr lang="en-US" altLang="zh-CN" b="1" i="1" smtClean="0">
                                          <a:latin typeface="Cambria Math" panose="02040503050406030204" pitchFamily="18" charset="0"/>
                                        </a:rPr>
                                        <m:t>𝒋</m:t>
                                      </m:r>
                                    </m:sup>
                                  </m:sSubSup>
                                </m:e>
                              </m:d>
                            </m:e>
                            <m:sup>
                              <m:r>
                                <a:rPr lang="en-US" altLang="zh-CN" b="1" i="1" smtClean="0">
                                  <a:latin typeface="Cambria Math" panose="02040503050406030204" pitchFamily="18" charset="0"/>
                                </a:rPr>
                                <m:t>𝟐</m:t>
                              </m:r>
                            </m:sup>
                          </m:sSup>
                        </m:e>
                      </m:nary>
                    </m:oMath>
                  </m:oMathPara>
                </a14:m>
                <a:endParaRPr lang="en-US" altLang="zh-CN" b="1" dirty="0"/>
              </a:p>
              <a:p>
                <a:pPr algn="l"/>
                <a:r>
                  <a:rPr lang="en-US" altLang="zh-CN">
                    <a:latin typeface="Times New Roman" panose="02020603050405020304" pitchFamily="18" charset="0"/>
                    <a:ea typeface="等线" panose="02010600030101010101" pitchFamily="2" charset="-122"/>
                    <a:cs typeface="Times New Roman" panose="02020603050405020304" pitchFamily="18" charset="0"/>
                  </a:rPr>
                  <a:t>Relief-F</a:t>
                </a:r>
                <a:r>
                  <a:rPr lang="zh-CN" altLang="en-US">
                    <a:latin typeface="Times New Roman" panose="02020603050405020304" pitchFamily="18" charset="0"/>
                    <a:ea typeface="等线" panose="02010600030101010101" pitchFamily="2" charset="-122"/>
                    <a:cs typeface="Times New Roman" panose="02020603050405020304" pitchFamily="18" charset="0"/>
                  </a:rPr>
                  <a:t>：</a:t>
                </a:r>
                <a:endParaRPr lang="en-US" altLang="zh-CN">
                  <a:latin typeface="Times New Roman" panose="02020603050405020304" pitchFamily="18" charset="0"/>
                  <a:ea typeface="等线" panose="02010600030101010101" pitchFamily="2" charset="-122"/>
                  <a:cs typeface="Times New Roman" panose="02020603050405020304" pitchFamily="18" charset="0"/>
                </a:endParaRPr>
              </a:p>
              <a:p>
                <a:pPr algn="l"/>
                <a:r>
                  <a:rPr lang="zh-CN" altLang="en-US">
                    <a:latin typeface="Times New Roman" panose="02020603050405020304" pitchFamily="18" charset="0"/>
                    <a:ea typeface="等线" panose="02010600030101010101" pitchFamily="2" charset="-122"/>
                    <a:cs typeface="Times New Roman" panose="02020603050405020304" pitchFamily="18" charset="0"/>
                  </a:rPr>
                  <a:t>在第</a:t>
                </a:r>
                <a14:m>
                  <m:oMath xmlns:m="http://schemas.openxmlformats.org/officeDocument/2006/math">
                    <m:r>
                      <a:rPr lang="en-US" altLang="zh-CN">
                        <a:latin typeface="Cambria Math" panose="02040503050406030204" pitchFamily="18" charset="0"/>
                        <a:ea typeface="等线" panose="02010600030101010101" pitchFamily="2" charset="-122"/>
                        <a:cs typeface="Times New Roman" panose="02020603050405020304" pitchFamily="18" charset="0"/>
                      </a:rPr>
                      <m:t>𝑘</m:t>
                    </m:r>
                  </m:oMath>
                </a14:m>
                <a:r>
                  <a:rPr lang="zh-CN" altLang="en-US">
                    <a:latin typeface="Times New Roman" panose="02020603050405020304" pitchFamily="18" charset="0"/>
                    <a:ea typeface="等线" panose="02010600030101010101" pitchFamily="2" charset="-122"/>
                    <a:cs typeface="Times New Roman" panose="02020603050405020304" pitchFamily="18" charset="0"/>
                  </a:rPr>
                  <a:t>类之外的每个类中找到一个</a:t>
                </a:r>
                <a14:m>
                  <m:oMath xmlns:m="http://schemas.openxmlformats.org/officeDocument/2006/math">
                    <m:sSub>
                      <m:sSubPr>
                        <m:ctrlPr>
                          <a:rPr lang="en-US" altLang="zh-CN" i="1">
                            <a:latin typeface="Cambria Math" panose="02040503050406030204" pitchFamily="18" charset="0"/>
                            <a:ea typeface="等线" panose="02010600030101010101" pitchFamily="2" charset="-122"/>
                            <a:cs typeface="Times New Roman" panose="02020603050405020304" pitchFamily="18" charset="0"/>
                          </a:rPr>
                        </m:ctrlPr>
                      </m:sSubPr>
                      <m:e>
                        <m:r>
                          <a:rPr lang="en-US" altLang="zh-CN">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a:latin typeface="Cambria Math" panose="02040503050406030204" pitchFamily="18" charset="0"/>
                            <a:ea typeface="等线" panose="02010600030101010101" pitchFamily="2" charset="-122"/>
                            <a:cs typeface="Times New Roman" panose="02020603050405020304" pitchFamily="18" charset="0"/>
                          </a:rPr>
                          <m:t>𝑖</m:t>
                        </m:r>
                      </m:sub>
                    </m:sSub>
                  </m:oMath>
                </a14:m>
                <a:r>
                  <a:rPr lang="zh-CN" altLang="en-US">
                    <a:latin typeface="Times New Roman" panose="02020603050405020304" pitchFamily="18" charset="0"/>
                    <a:ea typeface="等线" panose="02010600030101010101" pitchFamily="2" charset="-122"/>
                    <a:cs typeface="Times New Roman" panose="02020603050405020304" pitchFamily="18" charset="0"/>
                  </a:rPr>
                  <a:t>的最近邻示例作为猜错近邻，</a:t>
                </a:r>
                <a14:m>
                  <m:oMath xmlns:m="http://schemas.openxmlformats.org/officeDocument/2006/math">
                    <m:sSub>
                      <m:sSubPr>
                        <m:ctrlPr>
                          <a:rPr lang="en-US" altLang="zh-CN" b="0" i="1" smtClean="0">
                            <a:latin typeface="Cambria Math" panose="02040503050406030204" pitchFamily="18" charset="0"/>
                            <a:ea typeface="等线" panose="02010600030101010101" pitchFamily="2" charset="-122"/>
                            <a:cs typeface="Times New Roman" panose="02020603050405020304" pitchFamily="18" charset="0"/>
                          </a:rPr>
                        </m:ctrlPr>
                      </m:sSubPr>
                      <m:e>
                        <m:r>
                          <a:rPr lang="en-US" altLang="zh-CN" b="0" i="1" smtClean="0">
                            <a:latin typeface="Cambria Math" panose="02040503050406030204" pitchFamily="18" charset="0"/>
                            <a:ea typeface="等线" panose="02010600030101010101" pitchFamily="2" charset="-122"/>
                            <a:cs typeface="Times New Roman" panose="02020603050405020304" pitchFamily="18" charset="0"/>
                          </a:rPr>
                          <m:t>𝑝</m:t>
                        </m:r>
                      </m:e>
                      <m:sub>
                        <m:r>
                          <a:rPr lang="en-US" altLang="zh-CN" b="0" i="1" smtClean="0">
                            <a:latin typeface="Cambria Math" panose="02040503050406030204" pitchFamily="18" charset="0"/>
                            <a:ea typeface="等线" panose="02010600030101010101" pitchFamily="2" charset="-122"/>
                            <a:cs typeface="Times New Roman" panose="02020603050405020304" pitchFamily="18" charset="0"/>
                          </a:rPr>
                          <m:t>𝑙</m:t>
                        </m:r>
                      </m:sub>
                    </m:sSub>
                  </m:oMath>
                </a14:m>
                <a:r>
                  <a:rPr lang="zh-CN" altLang="en-US">
                    <a:latin typeface="Times New Roman" panose="02020603050405020304" pitchFamily="18" charset="0"/>
                    <a:ea typeface="等线" panose="02010600030101010101" pitchFamily="2" charset="-122"/>
                    <a:cs typeface="Times New Roman" panose="02020603050405020304" pitchFamily="18" charset="0"/>
                  </a:rPr>
                  <a:t>为第</a:t>
                </a:r>
                <a14:m>
                  <m:oMath xmlns:m="http://schemas.openxmlformats.org/officeDocument/2006/math">
                    <m:r>
                      <a:rPr lang="en-US" altLang="zh-CN" b="0" i="1" smtClean="0">
                        <a:latin typeface="Cambria Math" panose="02040503050406030204" pitchFamily="18" charset="0"/>
                        <a:ea typeface="等线" panose="02010600030101010101" pitchFamily="2" charset="-122"/>
                        <a:cs typeface="Times New Roman" panose="02020603050405020304" pitchFamily="18" charset="0"/>
                      </a:rPr>
                      <m:t>𝑙</m:t>
                    </m:r>
                  </m:oMath>
                </a14:m>
                <a:r>
                  <a:rPr lang="zh-CN" altLang="en-US">
                    <a:latin typeface="Times New Roman" panose="02020603050405020304" pitchFamily="18" charset="0"/>
                    <a:ea typeface="等线" panose="02010600030101010101" pitchFamily="2" charset="-122"/>
                    <a:cs typeface="Times New Roman" panose="02020603050405020304" pitchFamily="18" charset="0"/>
                  </a:rPr>
                  <a:t>类样本在数据集中所占的比例</a:t>
                </a:r>
                <a:endParaRPr lang="en-US" altLang="zh-CN">
                  <a:latin typeface="Times New Roman" panose="02020603050405020304" pitchFamily="18" charset="0"/>
                  <a:ea typeface="等线" panose="02010600030101010101" pitchFamily="2" charset="-122"/>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p>
                        <m:sSupPr>
                          <m:ctrlPr>
                            <a:rPr lang="en-US" altLang="zh-CN" b="1" i="1" smtClean="0">
                              <a:latin typeface="Cambria Math" panose="02040503050406030204" pitchFamily="18" charset="0"/>
                            </a:rPr>
                          </m:ctrlPr>
                        </m:sSupPr>
                        <m:e>
                          <m:r>
                            <a:rPr lang="en-US" altLang="zh-CN" b="1" i="1" smtClean="0">
                              <a:latin typeface="Cambria Math" panose="02040503050406030204" pitchFamily="18" charset="0"/>
                            </a:rPr>
                            <m:t>𝜹</m:t>
                          </m:r>
                        </m:e>
                        <m:sup>
                          <m:r>
                            <a:rPr lang="en-US" altLang="zh-CN" b="1" i="1" smtClean="0">
                              <a:latin typeface="Cambria Math" panose="02040503050406030204" pitchFamily="18" charset="0"/>
                            </a:rPr>
                            <m:t>𝒋</m:t>
                          </m:r>
                        </m:sup>
                      </m:sSup>
                      <m:r>
                        <a:rPr lang="en-US" altLang="zh-CN" b="1" i="1" smtClean="0">
                          <a:latin typeface="Cambria Math" panose="02040503050406030204" pitchFamily="18" charset="0"/>
                        </a:rPr>
                        <m:t>=</m:t>
                      </m:r>
                      <m:nary>
                        <m:naryPr>
                          <m:chr m:val="∑"/>
                          <m:supHide m:val="on"/>
                          <m:ctrlPr>
                            <a:rPr lang="en-US" altLang="zh-CN" b="1" i="1" smtClean="0">
                              <a:latin typeface="Cambria Math" panose="02040503050406030204" pitchFamily="18" charset="0"/>
                            </a:rPr>
                          </m:ctrlPr>
                        </m:naryPr>
                        <m:sub>
                          <m:r>
                            <a:rPr lang="en-US" altLang="zh-CN" b="1" i="1" smtClean="0">
                              <a:latin typeface="Cambria Math" panose="02040503050406030204" pitchFamily="18" charset="0"/>
                            </a:rPr>
                            <m:t>𝒊</m:t>
                          </m:r>
                        </m:sub>
                        <m:sup/>
                        <m:e>
                          <m:r>
                            <a:rPr lang="en-US" altLang="zh-CN" b="1" i="1">
                              <a:latin typeface="Cambria Math" panose="02040503050406030204" pitchFamily="18" charset="0"/>
                            </a:rPr>
                            <m:t>−</m:t>
                          </m:r>
                          <m:r>
                            <a:rPr lang="en-US" altLang="zh-CN" b="1">
                              <a:latin typeface="Cambria Math" panose="02040503050406030204" pitchFamily="18" charset="0"/>
                            </a:rPr>
                            <m:t>𝐝𝐢𝐟𝐟</m:t>
                          </m:r>
                          <m:sSup>
                            <m:sSupPr>
                              <m:ctrlPr>
                                <a:rPr lang="en-US" altLang="zh-CN" b="1" i="1">
                                  <a:latin typeface="Cambria Math" panose="02040503050406030204" pitchFamily="18" charset="0"/>
                                </a:rPr>
                              </m:ctrlPr>
                            </m:sSupPr>
                            <m:e>
                              <m:d>
                                <m:dPr>
                                  <m:ctrlPr>
                                    <a:rPr lang="en-US" altLang="zh-CN" b="1" i="1">
                                      <a:latin typeface="Cambria Math" panose="02040503050406030204" pitchFamily="18" charset="0"/>
                                    </a:rPr>
                                  </m:ctrlPr>
                                </m:dPr>
                                <m:e>
                                  <m:sSubSup>
                                    <m:sSubSupPr>
                                      <m:ctrlPr>
                                        <a:rPr lang="en-US" altLang="zh-CN" b="1" i="1">
                                          <a:latin typeface="Cambria Math" panose="02040503050406030204" pitchFamily="18" charset="0"/>
                                        </a:rPr>
                                      </m:ctrlPr>
                                    </m:sSubSupPr>
                                    <m:e>
                                      <m:r>
                                        <a:rPr lang="en-US" altLang="zh-CN" b="1" i="1">
                                          <a:latin typeface="Cambria Math" panose="02040503050406030204" pitchFamily="18" charset="0"/>
                                        </a:rPr>
                                        <m:t>𝒙</m:t>
                                      </m:r>
                                    </m:e>
                                    <m:sub>
                                      <m:r>
                                        <a:rPr lang="en-US" altLang="zh-CN" b="1" i="1">
                                          <a:latin typeface="Cambria Math" panose="02040503050406030204" pitchFamily="18" charset="0"/>
                                        </a:rPr>
                                        <m:t>𝒊</m:t>
                                      </m:r>
                                    </m:sub>
                                    <m:sup>
                                      <m:r>
                                        <a:rPr lang="en-US" altLang="zh-CN" b="1" i="1">
                                          <a:latin typeface="Cambria Math" panose="02040503050406030204" pitchFamily="18" charset="0"/>
                                        </a:rPr>
                                        <m:t>𝒋</m:t>
                                      </m:r>
                                    </m:sup>
                                  </m:sSubSup>
                                  <m:r>
                                    <a:rPr lang="en-US" altLang="zh-CN" b="1" i="1">
                                      <a:latin typeface="Cambria Math" panose="02040503050406030204" pitchFamily="18" charset="0"/>
                                    </a:rPr>
                                    <m:t>,</m:t>
                                  </m:r>
                                  <m:sSubSup>
                                    <m:sSubSupPr>
                                      <m:ctrlPr>
                                        <a:rPr lang="en-US" altLang="zh-CN" b="1" i="1">
                                          <a:latin typeface="Cambria Math" panose="02040503050406030204" pitchFamily="18" charset="0"/>
                                        </a:rPr>
                                      </m:ctrlPr>
                                    </m:sSubSupPr>
                                    <m:e>
                                      <m:r>
                                        <a:rPr lang="en-US" altLang="zh-CN" b="1" i="1">
                                          <a:latin typeface="Cambria Math" panose="02040503050406030204" pitchFamily="18" charset="0"/>
                                        </a:rPr>
                                        <m:t>𝒙</m:t>
                                      </m:r>
                                    </m:e>
                                    <m:sub>
                                      <m:r>
                                        <a:rPr lang="en-US" altLang="zh-CN" b="1" i="1">
                                          <a:latin typeface="Cambria Math" panose="02040503050406030204" pitchFamily="18" charset="0"/>
                                        </a:rPr>
                                        <m:t>𝒊</m:t>
                                      </m:r>
                                      <m:r>
                                        <a:rPr lang="en-US" altLang="zh-CN" b="1" i="1">
                                          <a:latin typeface="Cambria Math" panose="02040503050406030204" pitchFamily="18" charset="0"/>
                                        </a:rPr>
                                        <m:t>,</m:t>
                                      </m:r>
                                      <m:r>
                                        <a:rPr lang="en-US" altLang="zh-CN" b="1" i="1">
                                          <a:latin typeface="Cambria Math" panose="02040503050406030204" pitchFamily="18" charset="0"/>
                                        </a:rPr>
                                        <m:t>𝒏𝒉</m:t>
                                      </m:r>
                                    </m:sub>
                                    <m:sup>
                                      <m:r>
                                        <a:rPr lang="en-US" altLang="zh-CN" b="1" i="1">
                                          <a:latin typeface="Cambria Math" panose="02040503050406030204" pitchFamily="18" charset="0"/>
                                        </a:rPr>
                                        <m:t>𝒋</m:t>
                                      </m:r>
                                    </m:sup>
                                  </m:sSubSup>
                                </m:e>
                              </m:d>
                            </m:e>
                            <m:sup>
                              <m:r>
                                <a:rPr lang="en-US" altLang="zh-CN" b="1" i="1">
                                  <a:latin typeface="Cambria Math" panose="02040503050406030204" pitchFamily="18" charset="0"/>
                                </a:rPr>
                                <m:t>𝟐</m:t>
                              </m:r>
                            </m:sup>
                          </m:sSup>
                          <m:r>
                            <a:rPr lang="en-US" altLang="zh-CN" b="1" i="1" smtClean="0">
                              <a:latin typeface="Cambria Math" panose="02040503050406030204" pitchFamily="18" charset="0"/>
                            </a:rPr>
                            <m:t>+</m:t>
                          </m:r>
                          <m:nary>
                            <m:naryPr>
                              <m:chr m:val="∑"/>
                              <m:supHide m:val="on"/>
                              <m:ctrlPr>
                                <a:rPr lang="en-US" altLang="zh-CN" b="1" i="1" smtClean="0">
                                  <a:latin typeface="Cambria Math" panose="02040503050406030204" pitchFamily="18" charset="0"/>
                                </a:rPr>
                              </m:ctrlPr>
                            </m:naryPr>
                            <m:sub>
                              <m:r>
                                <a:rPr lang="en-US" altLang="zh-CN" b="1" i="1" smtClean="0">
                                  <a:latin typeface="Cambria Math" panose="02040503050406030204" pitchFamily="18" charset="0"/>
                                </a:rPr>
                                <m:t>𝒍</m:t>
                              </m:r>
                              <m:r>
                                <a:rPr lang="en-US" altLang="zh-CN" b="1" i="1" smtClean="0">
                                  <a:latin typeface="Cambria Math" panose="02040503050406030204" pitchFamily="18" charset="0"/>
                                </a:rPr>
                                <m:t>≠</m:t>
                              </m:r>
                              <m:r>
                                <a:rPr lang="en-US" altLang="zh-CN" b="1" i="1" smtClean="0">
                                  <a:latin typeface="Cambria Math" panose="02040503050406030204" pitchFamily="18" charset="0"/>
                                </a:rPr>
                                <m:t>𝒌</m:t>
                              </m:r>
                            </m:sub>
                            <m:sup/>
                            <m:e>
                              <m:d>
                                <m:dPr>
                                  <m:ctrlPr>
                                    <a:rPr lang="en-US" altLang="zh-CN" b="1" i="1" smtClean="0">
                                      <a:latin typeface="Cambria Math" panose="02040503050406030204" pitchFamily="18" charset="0"/>
                                    </a:rPr>
                                  </m:ctrlPr>
                                </m:dPr>
                                <m:e>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𝒑</m:t>
                                      </m:r>
                                    </m:e>
                                    <m:sub>
                                      <m:r>
                                        <a:rPr lang="en-US" altLang="zh-CN" b="1" i="1" smtClean="0">
                                          <a:latin typeface="Cambria Math" panose="02040503050406030204" pitchFamily="18" charset="0"/>
                                        </a:rPr>
                                        <m:t>𝒍</m:t>
                                      </m:r>
                                    </m:sub>
                                  </m:sSub>
                                  <m:r>
                                    <a:rPr lang="en-US" altLang="zh-CN" b="1" i="1" smtClean="0">
                                      <a:latin typeface="Cambria Math" panose="02040503050406030204" pitchFamily="18" charset="0"/>
                                    </a:rPr>
                                    <m:t>×</m:t>
                                  </m:r>
                                  <m:r>
                                    <a:rPr lang="en-US" altLang="zh-CN" b="1" i="0" smtClean="0">
                                      <a:latin typeface="Cambria Math" panose="02040503050406030204" pitchFamily="18" charset="0"/>
                                    </a:rPr>
                                    <m:t>𝐝𝐢𝐟𝐟</m:t>
                                  </m:r>
                                  <m:sSup>
                                    <m:sSupPr>
                                      <m:ctrlPr>
                                        <a:rPr lang="en-US" altLang="zh-CN" b="1" i="1" smtClean="0">
                                          <a:latin typeface="Cambria Math" panose="02040503050406030204" pitchFamily="18" charset="0"/>
                                        </a:rPr>
                                      </m:ctrlPr>
                                    </m:sSupPr>
                                    <m:e>
                                      <m:d>
                                        <m:dPr>
                                          <m:ctrlPr>
                                            <a:rPr lang="en-US" altLang="zh-CN" b="1" i="1" smtClean="0">
                                              <a:latin typeface="Cambria Math" panose="02040503050406030204" pitchFamily="18" charset="0"/>
                                            </a:rPr>
                                          </m:ctrlPr>
                                        </m:dPr>
                                        <m:e>
                                          <m:sSubSup>
                                            <m:sSubSupPr>
                                              <m:ctrlPr>
                                                <a:rPr lang="en-US" altLang="zh-CN" b="1" i="1" smtClean="0">
                                                  <a:latin typeface="Cambria Math" panose="02040503050406030204" pitchFamily="18" charset="0"/>
                                                </a:rPr>
                                              </m:ctrlPr>
                                            </m:sSubSup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𝒊</m:t>
                                              </m:r>
                                            </m:sub>
                                            <m:sup>
                                              <m:r>
                                                <a:rPr lang="en-US" altLang="zh-CN" b="1" i="1" smtClean="0">
                                                  <a:latin typeface="Cambria Math" panose="02040503050406030204" pitchFamily="18" charset="0"/>
                                                </a:rPr>
                                                <m:t>𝒋</m:t>
                                              </m:r>
                                            </m:sup>
                                          </m:sSubSup>
                                          <m:r>
                                            <a:rPr lang="en-US" altLang="zh-CN" b="1" i="1" smtClean="0">
                                              <a:latin typeface="Cambria Math" panose="02040503050406030204" pitchFamily="18" charset="0"/>
                                            </a:rPr>
                                            <m:t>,</m:t>
                                          </m:r>
                                          <m:sSubSup>
                                            <m:sSubSupPr>
                                              <m:ctrlPr>
                                                <a:rPr lang="en-US" altLang="zh-CN" b="1" i="1" smtClean="0">
                                                  <a:latin typeface="Cambria Math" panose="02040503050406030204" pitchFamily="18" charset="0"/>
                                                </a:rPr>
                                              </m:ctrlPr>
                                            </m:sSubSup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𝒊</m:t>
                                              </m:r>
                                              <m:r>
                                                <a:rPr lang="en-US" altLang="zh-CN" b="1" i="1" smtClean="0">
                                                  <a:latin typeface="Cambria Math" panose="02040503050406030204" pitchFamily="18" charset="0"/>
                                                </a:rPr>
                                                <m:t>,</m:t>
                                              </m:r>
                                              <m:r>
                                                <a:rPr lang="en-US" altLang="zh-CN" b="1" i="1" smtClean="0">
                                                  <a:latin typeface="Cambria Math" panose="02040503050406030204" pitchFamily="18" charset="0"/>
                                                </a:rPr>
                                                <m:t>𝒍</m:t>
                                              </m:r>
                                              <m:r>
                                                <a:rPr lang="en-US" altLang="zh-CN" b="1" i="1" smtClean="0">
                                                  <a:latin typeface="Cambria Math" panose="02040503050406030204" pitchFamily="18" charset="0"/>
                                                </a:rPr>
                                                <m:t>,</m:t>
                                              </m:r>
                                              <m:r>
                                                <a:rPr lang="en-US" altLang="zh-CN" b="1" i="1" smtClean="0">
                                                  <a:latin typeface="Cambria Math" panose="02040503050406030204" pitchFamily="18" charset="0"/>
                                                </a:rPr>
                                                <m:t>𝒏𝒎</m:t>
                                              </m:r>
                                            </m:sub>
                                            <m:sup>
                                              <m:r>
                                                <a:rPr lang="en-US" altLang="zh-CN" b="1" i="1" smtClean="0">
                                                  <a:latin typeface="Cambria Math" panose="02040503050406030204" pitchFamily="18" charset="0"/>
                                                </a:rPr>
                                                <m:t>𝒋</m:t>
                                              </m:r>
                                            </m:sup>
                                          </m:sSubSup>
                                        </m:e>
                                      </m:d>
                                    </m:e>
                                    <m:sup>
                                      <m:r>
                                        <a:rPr lang="en-US" altLang="zh-CN" b="1" i="1" smtClean="0">
                                          <a:latin typeface="Cambria Math" panose="02040503050406030204" pitchFamily="18" charset="0"/>
                                        </a:rPr>
                                        <m:t>𝟐</m:t>
                                      </m:r>
                                    </m:sup>
                                  </m:sSup>
                                </m:e>
                              </m:d>
                            </m:e>
                          </m:nary>
                        </m:e>
                      </m:nary>
                    </m:oMath>
                  </m:oMathPara>
                </a14:m>
                <a:endParaRPr lang="en-US" altLang="zh-CN" b="1" dirty="0"/>
              </a:p>
              <a:p>
                <a:pPr algn="just"/>
                <a:endParaRPr lang="en-US" altLang="zh-CN" b="1" dirty="0"/>
              </a:p>
            </p:txBody>
          </p:sp>
        </mc:Choice>
        <mc:Fallback>
          <p:sp>
            <p:nvSpPr>
              <p:cNvPr id="9" name="文本框 8">
                <a:extLst>
                  <a:ext uri="{FF2B5EF4-FFF2-40B4-BE49-F238E27FC236}">
                    <a16:creationId xmlns:a16="http://schemas.microsoft.com/office/drawing/2014/main" id="{42FDDA9D-022B-692D-CCD5-C2EAEFDB8FB1}"/>
                  </a:ext>
                </a:extLst>
              </p:cNvPr>
              <p:cNvSpPr txBox="1">
                <a:spLocks noRot="1" noChangeAspect="1" noMove="1" noResize="1" noEditPoints="1" noAdjustHandles="1" noChangeArrowheads="1" noChangeShapeType="1" noTextEdit="1"/>
              </p:cNvSpPr>
              <p:nvPr/>
            </p:nvSpPr>
            <p:spPr>
              <a:xfrm>
                <a:off x="1013178" y="1070254"/>
                <a:ext cx="9598378" cy="5615640"/>
              </a:xfrm>
              <a:prstGeom prst="rect">
                <a:avLst/>
              </a:prstGeom>
              <a:blipFill>
                <a:blip r:embed="rId3"/>
                <a:stretch>
                  <a:fillRect l="-508" t="-760" r="-57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142953614"/>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9B01B3-1703-4AAD-8577-CC5A894D4BAA}"/>
              </a:ext>
            </a:extLst>
          </p:cNvPr>
          <p:cNvSpPr>
            <a:spLocks noGrp="1"/>
          </p:cNvSpPr>
          <p:nvPr>
            <p:ph type="title"/>
          </p:nvPr>
        </p:nvSpPr>
        <p:spPr/>
        <p:txBody>
          <a:bodyPr/>
          <a:lstStyle/>
          <a:p>
            <a:r>
              <a:rPr lang="en-US" altLang="zh-CN" b="1">
                <a:solidFill>
                  <a:srgbClr val="213F79"/>
                </a:solidFill>
                <a:effectLst>
                  <a:innerShdw blurRad="63500" dist="50800" dir="13500000">
                    <a:prstClr val="black">
                      <a:alpha val="50000"/>
                    </a:prstClr>
                  </a:innerShdw>
                </a:effectLst>
                <a:latin typeface="方正兰亭特黑简体" panose="02000000000000000000" pitchFamily="2" charset="-122"/>
                <a:ea typeface="方正兰亭特黑简体" panose="02000000000000000000" pitchFamily="2" charset="-122"/>
              </a:rPr>
              <a:t>Relief</a:t>
            </a:r>
            <a:r>
              <a:rPr lang="zh-CN" altLang="en-US" b="1">
                <a:solidFill>
                  <a:srgbClr val="213F79"/>
                </a:solidFill>
                <a:effectLst>
                  <a:innerShdw blurRad="63500" dist="50800" dir="13500000">
                    <a:prstClr val="black">
                      <a:alpha val="50000"/>
                    </a:prstClr>
                  </a:innerShdw>
                </a:effectLst>
                <a:latin typeface="方正兰亭特黑简体" panose="02000000000000000000" pitchFamily="2" charset="-122"/>
                <a:ea typeface="方正兰亭特黑简体" panose="02000000000000000000" pitchFamily="2" charset="-122"/>
              </a:rPr>
              <a:t>过滤式特征选择算法</a:t>
            </a:r>
            <a:endParaRPr lang="zh-CN" altLang="en-US" b="1" dirty="0"/>
          </a:p>
        </p:txBody>
      </p:sp>
      <p:sp>
        <p:nvSpPr>
          <p:cNvPr id="4" name="文本框 3">
            <a:extLst>
              <a:ext uri="{FF2B5EF4-FFF2-40B4-BE49-F238E27FC236}">
                <a16:creationId xmlns:a16="http://schemas.microsoft.com/office/drawing/2014/main" id="{0A6E0213-1BE0-173B-73C3-59C5083735A5}"/>
              </a:ext>
            </a:extLst>
          </p:cNvPr>
          <p:cNvSpPr txBox="1"/>
          <p:nvPr/>
        </p:nvSpPr>
        <p:spPr>
          <a:xfrm>
            <a:off x="733425" y="1070254"/>
            <a:ext cx="6057900" cy="3023905"/>
          </a:xfrm>
          <a:prstGeom prst="rect">
            <a:avLst/>
          </a:prstGeom>
          <a:noFill/>
        </p:spPr>
        <p:txBody>
          <a:bodyPr wrap="square">
            <a:spAutoFit/>
          </a:bodyPr>
          <a:lstStyle/>
          <a:p>
            <a:pPr algn="just"/>
            <a:r>
              <a:rPr lang="zh-CN" altLang="en-US" b="1" dirty="0"/>
              <a:t>数据</a:t>
            </a:r>
            <a:r>
              <a:rPr lang="zh-CN" altLang="en-US" b="1"/>
              <a:t>集</a:t>
            </a:r>
            <a:r>
              <a:rPr lang="zh-CN" altLang="en-US"/>
              <a:t>：</a:t>
            </a:r>
            <a:r>
              <a:rPr lang="en-US" altLang="zh-CN"/>
              <a:t>Bank Marketing</a:t>
            </a:r>
            <a:r>
              <a:rPr lang="zh-CN" altLang="en-US"/>
              <a:t>数据集</a:t>
            </a:r>
            <a:endParaRPr lang="en-US" altLang="zh-CN"/>
          </a:p>
          <a:p>
            <a:pPr algn="just"/>
            <a:endParaRPr lang="en-US" altLang="zh-CN"/>
          </a:p>
          <a:p>
            <a:r>
              <a:rPr lang="en-US" altLang="zh-CN" b="0">
                <a:solidFill>
                  <a:srgbClr val="0033B3"/>
                </a:solidFill>
                <a:effectLst/>
                <a:latin typeface="Fira Code" panose="020B0809050000020004" pitchFamily="49" charset="0"/>
              </a:rPr>
              <a:t>from</a:t>
            </a:r>
            <a:r>
              <a:rPr lang="en-US" altLang="zh-CN" b="0">
                <a:solidFill>
                  <a:srgbClr val="000000"/>
                </a:solidFill>
                <a:effectLst/>
                <a:latin typeface="Fira Code" panose="020B0809050000020004" pitchFamily="49" charset="0"/>
              </a:rPr>
              <a:t> sklearn.datasets </a:t>
            </a:r>
            <a:r>
              <a:rPr lang="en-US" altLang="zh-CN" b="0">
                <a:solidFill>
                  <a:srgbClr val="0033B3"/>
                </a:solidFill>
                <a:effectLst/>
                <a:latin typeface="Fira Code" panose="020B0809050000020004" pitchFamily="49" charset="0"/>
              </a:rPr>
              <a:t>import</a:t>
            </a:r>
            <a:r>
              <a:rPr lang="en-US" altLang="zh-CN" b="0">
                <a:solidFill>
                  <a:srgbClr val="000000"/>
                </a:solidFill>
                <a:effectLst/>
                <a:latin typeface="Fira Code" panose="020B0809050000020004" pitchFamily="49" charset="0"/>
              </a:rPr>
              <a:t> fetch_openml</a:t>
            </a:r>
          </a:p>
          <a:p>
            <a:r>
              <a:rPr lang="en-US" altLang="zh-CN" b="0" i="1">
                <a:solidFill>
                  <a:srgbClr val="000000"/>
                </a:solidFill>
                <a:effectLst/>
                <a:latin typeface="Fira Code" panose="020B0809050000020004" pitchFamily="49" charset="0"/>
              </a:rPr>
              <a:t>X</a:t>
            </a:r>
            <a:r>
              <a:rPr lang="en-US" altLang="zh-CN" b="0">
                <a:solidFill>
                  <a:srgbClr val="000000"/>
                </a:solidFill>
                <a:effectLst/>
                <a:latin typeface="Fira Code" panose="020B0809050000020004" pitchFamily="49" charset="0"/>
              </a:rPr>
              <a:t>, </a:t>
            </a:r>
            <a:r>
              <a:rPr lang="en-US" altLang="zh-CN" b="0" i="1">
                <a:solidFill>
                  <a:srgbClr val="000000"/>
                </a:solidFill>
                <a:effectLst/>
                <a:latin typeface="Fira Code" panose="020B0809050000020004" pitchFamily="49" charset="0"/>
              </a:rPr>
              <a:t>y</a:t>
            </a:r>
            <a:r>
              <a:rPr lang="en-US" altLang="zh-CN" b="0">
                <a:solidFill>
                  <a:srgbClr val="000000"/>
                </a:solidFill>
                <a:effectLst/>
                <a:latin typeface="Fira Code" panose="020B0809050000020004" pitchFamily="49" charset="0"/>
              </a:rPr>
              <a:t> = </a:t>
            </a:r>
            <a:r>
              <a:rPr lang="en-US" altLang="zh-CN" b="0" u="sng">
                <a:solidFill>
                  <a:srgbClr val="660099"/>
                </a:solidFill>
                <a:effectLst/>
                <a:latin typeface="Fira Code" panose="020B0809050000020004" pitchFamily="49" charset="0"/>
              </a:rPr>
              <a:t>fetch_openml</a:t>
            </a:r>
            <a:r>
              <a:rPr lang="en-US" altLang="zh-CN" b="0">
                <a:solidFill>
                  <a:srgbClr val="660099"/>
                </a:solidFill>
                <a:effectLst/>
                <a:latin typeface="Fira Code" panose="020B0809050000020004" pitchFamily="49" charset="0"/>
              </a:rPr>
              <a:t>(</a:t>
            </a:r>
            <a:endParaRPr lang="en-US" altLang="zh-CN" b="0">
              <a:solidFill>
                <a:srgbClr val="000000"/>
              </a:solidFill>
              <a:effectLst/>
              <a:latin typeface="Fira Code" panose="020B0809050000020004" pitchFamily="49" charset="0"/>
            </a:endParaRPr>
          </a:p>
          <a:p>
            <a:r>
              <a:rPr lang="en-US" altLang="zh-CN" b="0">
                <a:solidFill>
                  <a:srgbClr val="2B2BF7"/>
                </a:solidFill>
                <a:effectLst/>
                <a:latin typeface="Fira Code" panose="020B0809050000020004" pitchFamily="49" charset="0"/>
              </a:rPr>
              <a:t>    </a:t>
            </a:r>
            <a:r>
              <a:rPr lang="en-US" altLang="zh-CN" b="0">
                <a:solidFill>
                  <a:srgbClr val="94558D"/>
                </a:solidFill>
                <a:effectLst/>
                <a:latin typeface="Fira Code" panose="020B0809050000020004" pitchFamily="49" charset="0"/>
              </a:rPr>
              <a:t>data_id</a:t>
            </a:r>
            <a:r>
              <a:rPr lang="en-US" altLang="zh-CN" b="0">
                <a:solidFill>
                  <a:srgbClr val="000000"/>
                </a:solidFill>
                <a:effectLst/>
                <a:latin typeface="Fira Code" panose="020B0809050000020004" pitchFamily="49" charset="0"/>
              </a:rPr>
              <a:t>=</a:t>
            </a:r>
            <a:r>
              <a:rPr lang="en-US" altLang="zh-CN" b="0">
                <a:solidFill>
                  <a:srgbClr val="1780EB"/>
                </a:solidFill>
                <a:effectLst/>
                <a:latin typeface="Fira Code" panose="020B0809050000020004" pitchFamily="49" charset="0"/>
              </a:rPr>
              <a:t>1461</a:t>
            </a:r>
            <a:r>
              <a:rPr lang="en-US" altLang="zh-CN" b="0">
                <a:solidFill>
                  <a:srgbClr val="2B2BF7"/>
                </a:solidFill>
                <a:effectLst/>
                <a:latin typeface="Fira Code" panose="020B0809050000020004" pitchFamily="49" charset="0"/>
              </a:rPr>
              <a:t>,</a:t>
            </a:r>
            <a:endParaRPr lang="en-US" altLang="zh-CN" b="0">
              <a:solidFill>
                <a:srgbClr val="000000"/>
              </a:solidFill>
              <a:effectLst/>
              <a:latin typeface="Fira Code" panose="020B0809050000020004" pitchFamily="49" charset="0"/>
            </a:endParaRPr>
          </a:p>
          <a:p>
            <a:r>
              <a:rPr lang="en-US" altLang="zh-CN" b="0">
                <a:solidFill>
                  <a:srgbClr val="2B2BF7"/>
                </a:solidFill>
                <a:effectLst/>
                <a:latin typeface="Fira Code" panose="020B0809050000020004" pitchFamily="49" charset="0"/>
              </a:rPr>
              <a:t>    </a:t>
            </a:r>
            <a:r>
              <a:rPr lang="en-US" altLang="zh-CN" b="0">
                <a:solidFill>
                  <a:srgbClr val="94558D"/>
                </a:solidFill>
                <a:effectLst/>
                <a:latin typeface="Fira Code" panose="020B0809050000020004" pitchFamily="49" charset="0"/>
              </a:rPr>
              <a:t>as_frame</a:t>
            </a:r>
            <a:r>
              <a:rPr lang="en-US" altLang="zh-CN" b="0">
                <a:solidFill>
                  <a:srgbClr val="000000"/>
                </a:solidFill>
                <a:effectLst/>
                <a:latin typeface="Fira Code" panose="020B0809050000020004" pitchFamily="49" charset="0"/>
              </a:rPr>
              <a:t>=</a:t>
            </a:r>
            <a:r>
              <a:rPr lang="en-US" altLang="zh-CN" b="0">
                <a:solidFill>
                  <a:srgbClr val="0000FF"/>
                </a:solidFill>
                <a:effectLst/>
                <a:latin typeface="Fira Code" panose="020B0809050000020004" pitchFamily="49" charset="0"/>
              </a:rPr>
              <a:t>True</a:t>
            </a:r>
            <a:r>
              <a:rPr lang="en-US" altLang="zh-CN" b="0">
                <a:solidFill>
                  <a:srgbClr val="2B2BF7"/>
                </a:solidFill>
                <a:effectLst/>
                <a:latin typeface="Fira Code" panose="020B0809050000020004" pitchFamily="49" charset="0"/>
              </a:rPr>
              <a:t>,</a:t>
            </a:r>
            <a:endParaRPr lang="en-US" altLang="zh-CN" b="0">
              <a:solidFill>
                <a:srgbClr val="000000"/>
              </a:solidFill>
              <a:effectLst/>
              <a:latin typeface="Fira Code" panose="020B0809050000020004" pitchFamily="49" charset="0"/>
            </a:endParaRPr>
          </a:p>
          <a:p>
            <a:r>
              <a:rPr lang="en-US" altLang="zh-CN" b="0">
                <a:solidFill>
                  <a:srgbClr val="2B2BF7"/>
                </a:solidFill>
                <a:effectLst/>
                <a:latin typeface="Fira Code" panose="020B0809050000020004" pitchFamily="49" charset="0"/>
              </a:rPr>
              <a:t>    </a:t>
            </a:r>
            <a:r>
              <a:rPr lang="en-US" altLang="zh-CN" b="0">
                <a:solidFill>
                  <a:srgbClr val="94558D"/>
                </a:solidFill>
                <a:effectLst/>
                <a:latin typeface="Fira Code" panose="020B0809050000020004" pitchFamily="49" charset="0"/>
              </a:rPr>
              <a:t>return_X_y</a:t>
            </a:r>
            <a:r>
              <a:rPr lang="en-US" altLang="zh-CN" b="0">
                <a:solidFill>
                  <a:srgbClr val="000000"/>
                </a:solidFill>
                <a:effectLst/>
                <a:latin typeface="Fira Code" panose="020B0809050000020004" pitchFamily="49" charset="0"/>
              </a:rPr>
              <a:t>=</a:t>
            </a:r>
            <a:r>
              <a:rPr lang="en-US" altLang="zh-CN" b="0">
                <a:solidFill>
                  <a:srgbClr val="0000FF"/>
                </a:solidFill>
                <a:effectLst/>
                <a:latin typeface="Fira Code" panose="020B0809050000020004" pitchFamily="49" charset="0"/>
              </a:rPr>
              <a:t>True</a:t>
            </a:r>
            <a:endParaRPr lang="en-US" altLang="zh-CN" b="0">
              <a:solidFill>
                <a:srgbClr val="000000"/>
              </a:solidFill>
              <a:effectLst/>
              <a:latin typeface="Fira Code" panose="020B0809050000020004" pitchFamily="49" charset="0"/>
            </a:endParaRPr>
          </a:p>
          <a:p>
            <a:r>
              <a:rPr lang="en-US" altLang="zh-CN" b="0">
                <a:solidFill>
                  <a:srgbClr val="660099"/>
                </a:solidFill>
                <a:effectLst/>
                <a:latin typeface="Fira Code" panose="020B0809050000020004" pitchFamily="49" charset="0"/>
              </a:rPr>
              <a:t>)</a:t>
            </a:r>
            <a:endParaRPr lang="en-US" altLang="zh-CN" b="0">
              <a:solidFill>
                <a:srgbClr val="000000"/>
              </a:solidFill>
              <a:effectLst/>
              <a:latin typeface="Fira Code" panose="020B0809050000020004" pitchFamily="49" charset="0"/>
            </a:endParaRPr>
          </a:p>
          <a:p>
            <a:pPr algn="just"/>
            <a:endParaRPr lang="en-US" altLang="zh-CN" sz="1050" dirty="0">
              <a:effectLst/>
              <a:latin typeface="Georgia" panose="02040502050405020303" pitchFamily="18" charset="0"/>
              <a:ea typeface="等线" panose="02010600030101010101" pitchFamily="2" charset="-122"/>
              <a:cs typeface="Times New Roman" panose="02020603050405020304" pitchFamily="18" charset="0"/>
            </a:endParaRPr>
          </a:p>
          <a:p>
            <a:pPr algn="just"/>
            <a:r>
              <a:rPr lang="zh-CN" altLang="en-US"/>
              <a:t>共计</a:t>
            </a:r>
            <a:r>
              <a:rPr lang="en-US" altLang="zh-CN"/>
              <a:t>45211</a:t>
            </a:r>
            <a:r>
              <a:rPr lang="zh-CN" altLang="en-US"/>
              <a:t>个样本，</a:t>
            </a:r>
            <a:r>
              <a:rPr lang="en-US" altLang="zh-CN"/>
              <a:t>2</a:t>
            </a:r>
            <a:r>
              <a:rPr lang="zh-CN" altLang="en-US"/>
              <a:t>个类别，标识客户是否订购定期存款</a:t>
            </a:r>
            <a:endParaRPr lang="en-US" altLang="zh-CN"/>
          </a:p>
          <a:p>
            <a:pPr algn="just"/>
            <a:r>
              <a:rPr lang="en-US" altLang="zh-CN" b="0"/>
              <a:t>no/yes: 39922/5289</a:t>
            </a:r>
            <a:endParaRPr lang="zh-CN" altLang="en-US" b="0" dirty="0"/>
          </a:p>
        </p:txBody>
      </p:sp>
      <p:pic>
        <p:nvPicPr>
          <p:cNvPr id="5" name="图片 4">
            <a:extLst>
              <a:ext uri="{FF2B5EF4-FFF2-40B4-BE49-F238E27FC236}">
                <a16:creationId xmlns:a16="http://schemas.microsoft.com/office/drawing/2014/main" id="{10E31AA3-242D-5764-F189-76A7213D9E6A}"/>
              </a:ext>
            </a:extLst>
          </p:cNvPr>
          <p:cNvPicPr>
            <a:picLocks noChangeAspect="1"/>
          </p:cNvPicPr>
          <p:nvPr/>
        </p:nvPicPr>
        <p:blipFill>
          <a:blip r:embed="rId3"/>
          <a:stretch>
            <a:fillRect/>
          </a:stretch>
        </p:blipFill>
        <p:spPr>
          <a:xfrm>
            <a:off x="0" y="4573973"/>
            <a:ext cx="12192000" cy="2244254"/>
          </a:xfrm>
          <a:prstGeom prst="rect">
            <a:avLst/>
          </a:prstGeom>
        </p:spPr>
      </p:pic>
      <p:graphicFrame>
        <p:nvGraphicFramePr>
          <p:cNvPr id="8" name="表格 7">
            <a:extLst>
              <a:ext uri="{FF2B5EF4-FFF2-40B4-BE49-F238E27FC236}">
                <a16:creationId xmlns:a16="http://schemas.microsoft.com/office/drawing/2014/main" id="{845782E2-A3D0-D2D9-63E6-0AFA85C61400}"/>
              </a:ext>
            </a:extLst>
          </p:cNvPr>
          <p:cNvGraphicFramePr>
            <a:graphicFrameLocks noGrp="1"/>
          </p:cNvGraphicFramePr>
          <p:nvPr>
            <p:extLst>
              <p:ext uri="{D42A27DB-BD31-4B8C-83A1-F6EECF244321}">
                <p14:modId xmlns:p14="http://schemas.microsoft.com/office/powerpoint/2010/main" val="737002391"/>
              </p:ext>
            </p:extLst>
          </p:nvPr>
        </p:nvGraphicFramePr>
        <p:xfrm>
          <a:off x="6781799" y="676330"/>
          <a:ext cx="3419475" cy="3801931"/>
        </p:xfrm>
        <a:graphic>
          <a:graphicData uri="http://schemas.openxmlformats.org/drawingml/2006/table">
            <a:tbl>
              <a:tblPr>
                <a:tableStyleId>{5C22544A-7EE6-4342-B048-85BDC9FD1C3A}</a:tableStyleId>
              </a:tblPr>
              <a:tblGrid>
                <a:gridCol w="842714">
                  <a:extLst>
                    <a:ext uri="{9D8B030D-6E8A-4147-A177-3AD203B41FA5}">
                      <a16:colId xmlns:a16="http://schemas.microsoft.com/office/drawing/2014/main" val="2613963032"/>
                    </a:ext>
                  </a:extLst>
                </a:gridCol>
                <a:gridCol w="502387">
                  <a:extLst>
                    <a:ext uri="{9D8B030D-6E8A-4147-A177-3AD203B41FA5}">
                      <a16:colId xmlns:a16="http://schemas.microsoft.com/office/drawing/2014/main" val="29185692"/>
                    </a:ext>
                  </a:extLst>
                </a:gridCol>
                <a:gridCol w="2074374">
                  <a:extLst>
                    <a:ext uri="{9D8B030D-6E8A-4147-A177-3AD203B41FA5}">
                      <a16:colId xmlns:a16="http://schemas.microsoft.com/office/drawing/2014/main" val="1397129653"/>
                    </a:ext>
                  </a:extLst>
                </a:gridCol>
              </a:tblGrid>
              <a:tr h="223643">
                <a:tc>
                  <a:txBody>
                    <a:bodyPr/>
                    <a:lstStyle/>
                    <a:p>
                      <a:pPr algn="ctr" fontAlgn="ctr"/>
                      <a:r>
                        <a:rPr lang="zh-CN" altLang="en-US" sz="1200" b="1" kern="1200">
                          <a:solidFill>
                            <a:schemeClr val="tx1"/>
                          </a:solidFill>
                          <a:latin typeface="+mn-lt"/>
                          <a:ea typeface="+mn-ea"/>
                          <a:cs typeface="+mn-cs"/>
                        </a:rPr>
                        <a:t>特征名</a:t>
                      </a:r>
                    </a:p>
                  </a:txBody>
                  <a:tcPr marL="9724" marR="9724" marT="9724" marB="0" anchor="ctr"/>
                </a:tc>
                <a:tc>
                  <a:txBody>
                    <a:bodyPr/>
                    <a:lstStyle/>
                    <a:p>
                      <a:pPr algn="ctr" fontAlgn="ctr"/>
                      <a:r>
                        <a:rPr lang="zh-CN" altLang="en-US" sz="1200" b="1" kern="1200">
                          <a:solidFill>
                            <a:schemeClr val="tx1"/>
                          </a:solidFill>
                          <a:latin typeface="+mn-lt"/>
                          <a:ea typeface="+mn-ea"/>
                          <a:cs typeface="+mn-cs"/>
                        </a:rPr>
                        <a:t>类型</a:t>
                      </a:r>
                    </a:p>
                  </a:txBody>
                  <a:tcPr marL="9724" marR="9724" marT="9724" marB="0" anchor="ctr"/>
                </a:tc>
                <a:tc>
                  <a:txBody>
                    <a:bodyPr/>
                    <a:lstStyle/>
                    <a:p>
                      <a:pPr algn="ctr" fontAlgn="ctr"/>
                      <a:r>
                        <a:rPr lang="zh-CN" altLang="en-US" sz="1200" b="1" kern="1200">
                          <a:solidFill>
                            <a:schemeClr val="tx1"/>
                          </a:solidFill>
                          <a:latin typeface="+mn-lt"/>
                          <a:ea typeface="+mn-ea"/>
                          <a:cs typeface="+mn-cs"/>
                        </a:rPr>
                        <a:t>含义</a:t>
                      </a:r>
                    </a:p>
                  </a:txBody>
                  <a:tcPr marL="9724" marR="9724" marT="9724" marB="0" anchor="ctr"/>
                </a:tc>
                <a:extLst>
                  <a:ext uri="{0D108BD9-81ED-4DB2-BD59-A6C34878D82A}">
                    <a16:rowId xmlns:a16="http://schemas.microsoft.com/office/drawing/2014/main" val="3449610801"/>
                  </a:ext>
                </a:extLst>
              </a:tr>
              <a:tr h="223643">
                <a:tc>
                  <a:txBody>
                    <a:bodyPr/>
                    <a:lstStyle/>
                    <a:p>
                      <a:pPr algn="r" fontAlgn="ctr"/>
                      <a:r>
                        <a:rPr lang="en-US" sz="1200" kern="1200">
                          <a:solidFill>
                            <a:schemeClr val="tx1"/>
                          </a:solidFill>
                          <a:latin typeface="+mn-lt"/>
                          <a:ea typeface="+mn-ea"/>
                          <a:cs typeface="+mn-cs"/>
                        </a:rPr>
                        <a:t>age</a:t>
                      </a:r>
                    </a:p>
                  </a:txBody>
                  <a:tcPr marL="9724" marR="9724" marT="9724" marB="0" anchor="ctr"/>
                </a:tc>
                <a:tc>
                  <a:txBody>
                    <a:bodyPr/>
                    <a:lstStyle/>
                    <a:p>
                      <a:pPr algn="ctr" fontAlgn="ctr"/>
                      <a:r>
                        <a:rPr lang="zh-CN" altLang="en-US" sz="1200" kern="1200">
                          <a:solidFill>
                            <a:schemeClr val="tx1"/>
                          </a:solidFill>
                          <a:latin typeface="+mn-lt"/>
                          <a:ea typeface="+mn-ea"/>
                          <a:cs typeface="+mn-cs"/>
                        </a:rPr>
                        <a:t>数值</a:t>
                      </a:r>
                    </a:p>
                  </a:txBody>
                  <a:tcPr marL="9724" marR="9724" marT="9724" marB="0" anchor="ctr"/>
                </a:tc>
                <a:tc>
                  <a:txBody>
                    <a:bodyPr/>
                    <a:lstStyle/>
                    <a:p>
                      <a:pPr algn="l" fontAlgn="ctr"/>
                      <a:r>
                        <a:rPr lang="zh-CN" altLang="en-US" sz="1200" kern="1200">
                          <a:solidFill>
                            <a:schemeClr val="tx1"/>
                          </a:solidFill>
                          <a:latin typeface="+mn-lt"/>
                          <a:ea typeface="+mn-ea"/>
                          <a:cs typeface="+mn-cs"/>
                        </a:rPr>
                        <a:t>年龄</a:t>
                      </a:r>
                    </a:p>
                  </a:txBody>
                  <a:tcPr marL="9724" marR="9724" marT="9724" marB="0" anchor="ctr"/>
                </a:tc>
                <a:extLst>
                  <a:ext uri="{0D108BD9-81ED-4DB2-BD59-A6C34878D82A}">
                    <a16:rowId xmlns:a16="http://schemas.microsoft.com/office/drawing/2014/main" val="1700485535"/>
                  </a:ext>
                </a:extLst>
              </a:tr>
              <a:tr h="223643">
                <a:tc>
                  <a:txBody>
                    <a:bodyPr/>
                    <a:lstStyle/>
                    <a:p>
                      <a:pPr algn="r" fontAlgn="ctr"/>
                      <a:r>
                        <a:rPr lang="en-US" sz="1200" kern="1200">
                          <a:solidFill>
                            <a:schemeClr val="tx1"/>
                          </a:solidFill>
                          <a:latin typeface="+mn-lt"/>
                          <a:ea typeface="+mn-ea"/>
                          <a:cs typeface="+mn-cs"/>
                        </a:rPr>
                        <a:t>job</a:t>
                      </a:r>
                    </a:p>
                  </a:txBody>
                  <a:tcPr marL="9724" marR="9724" marT="9724" marB="0" anchor="ctr"/>
                </a:tc>
                <a:tc>
                  <a:txBody>
                    <a:bodyPr/>
                    <a:lstStyle/>
                    <a:p>
                      <a:pPr algn="ctr" fontAlgn="ctr"/>
                      <a:r>
                        <a:rPr lang="zh-CN" altLang="en-US" sz="1200" kern="1200">
                          <a:solidFill>
                            <a:schemeClr val="tx1"/>
                          </a:solidFill>
                          <a:latin typeface="+mn-lt"/>
                          <a:ea typeface="+mn-ea"/>
                          <a:cs typeface="+mn-cs"/>
                        </a:rPr>
                        <a:t>离散</a:t>
                      </a:r>
                    </a:p>
                  </a:txBody>
                  <a:tcPr marL="9724" marR="9724" marT="9724" marB="0" anchor="ctr"/>
                </a:tc>
                <a:tc>
                  <a:txBody>
                    <a:bodyPr/>
                    <a:lstStyle/>
                    <a:p>
                      <a:pPr algn="l" fontAlgn="ctr"/>
                      <a:r>
                        <a:rPr lang="zh-CN" altLang="en-US" sz="1200" kern="1200">
                          <a:solidFill>
                            <a:schemeClr val="tx1"/>
                          </a:solidFill>
                          <a:latin typeface="+mn-lt"/>
                          <a:ea typeface="+mn-ea"/>
                          <a:cs typeface="+mn-cs"/>
                        </a:rPr>
                        <a:t>职业</a:t>
                      </a:r>
                    </a:p>
                  </a:txBody>
                  <a:tcPr marL="9724" marR="9724" marT="9724" marB="0" anchor="ctr"/>
                </a:tc>
                <a:extLst>
                  <a:ext uri="{0D108BD9-81ED-4DB2-BD59-A6C34878D82A}">
                    <a16:rowId xmlns:a16="http://schemas.microsoft.com/office/drawing/2014/main" val="221440237"/>
                  </a:ext>
                </a:extLst>
              </a:tr>
              <a:tr h="223643">
                <a:tc>
                  <a:txBody>
                    <a:bodyPr/>
                    <a:lstStyle/>
                    <a:p>
                      <a:pPr algn="r" fontAlgn="ctr"/>
                      <a:r>
                        <a:rPr lang="en-US" sz="1200" kern="1200">
                          <a:solidFill>
                            <a:schemeClr val="tx1"/>
                          </a:solidFill>
                          <a:latin typeface="+mn-lt"/>
                          <a:ea typeface="+mn-ea"/>
                          <a:cs typeface="+mn-cs"/>
                        </a:rPr>
                        <a:t>marital</a:t>
                      </a:r>
                    </a:p>
                  </a:txBody>
                  <a:tcPr marL="9724" marR="9724" marT="9724" marB="0" anchor="ctr"/>
                </a:tc>
                <a:tc>
                  <a:txBody>
                    <a:bodyPr/>
                    <a:lstStyle/>
                    <a:p>
                      <a:pPr algn="ctr" fontAlgn="ctr"/>
                      <a:r>
                        <a:rPr lang="zh-CN" altLang="en-US" sz="1200" kern="1200">
                          <a:solidFill>
                            <a:schemeClr val="tx1"/>
                          </a:solidFill>
                          <a:latin typeface="+mn-lt"/>
                          <a:ea typeface="+mn-ea"/>
                          <a:cs typeface="+mn-cs"/>
                        </a:rPr>
                        <a:t>离散</a:t>
                      </a:r>
                    </a:p>
                  </a:txBody>
                  <a:tcPr marL="9724" marR="9724" marT="9724" marB="0" anchor="ctr"/>
                </a:tc>
                <a:tc>
                  <a:txBody>
                    <a:bodyPr/>
                    <a:lstStyle/>
                    <a:p>
                      <a:pPr algn="l" fontAlgn="ctr"/>
                      <a:r>
                        <a:rPr lang="zh-CN" altLang="en-US" sz="1200" kern="1200">
                          <a:solidFill>
                            <a:schemeClr val="tx1"/>
                          </a:solidFill>
                          <a:latin typeface="+mn-lt"/>
                          <a:ea typeface="+mn-ea"/>
                          <a:cs typeface="+mn-cs"/>
                        </a:rPr>
                        <a:t>婚姻状况</a:t>
                      </a:r>
                    </a:p>
                  </a:txBody>
                  <a:tcPr marL="9724" marR="9724" marT="9724" marB="0" anchor="ctr"/>
                </a:tc>
                <a:extLst>
                  <a:ext uri="{0D108BD9-81ED-4DB2-BD59-A6C34878D82A}">
                    <a16:rowId xmlns:a16="http://schemas.microsoft.com/office/drawing/2014/main" val="2331682138"/>
                  </a:ext>
                </a:extLst>
              </a:tr>
              <a:tr h="223643">
                <a:tc>
                  <a:txBody>
                    <a:bodyPr/>
                    <a:lstStyle/>
                    <a:p>
                      <a:pPr algn="r" fontAlgn="ctr"/>
                      <a:r>
                        <a:rPr lang="en-US" sz="1200" kern="1200">
                          <a:solidFill>
                            <a:schemeClr val="tx1"/>
                          </a:solidFill>
                          <a:latin typeface="+mn-lt"/>
                          <a:ea typeface="+mn-ea"/>
                          <a:cs typeface="+mn-cs"/>
                        </a:rPr>
                        <a:t>education</a:t>
                      </a:r>
                    </a:p>
                  </a:txBody>
                  <a:tcPr marL="9724" marR="9724" marT="9724" marB="0" anchor="ctr"/>
                </a:tc>
                <a:tc>
                  <a:txBody>
                    <a:bodyPr/>
                    <a:lstStyle/>
                    <a:p>
                      <a:pPr algn="ctr" fontAlgn="ctr"/>
                      <a:r>
                        <a:rPr lang="zh-CN" altLang="en-US" sz="1200" kern="1200">
                          <a:solidFill>
                            <a:schemeClr val="tx1"/>
                          </a:solidFill>
                          <a:latin typeface="+mn-lt"/>
                          <a:ea typeface="+mn-ea"/>
                          <a:cs typeface="+mn-cs"/>
                        </a:rPr>
                        <a:t>离散</a:t>
                      </a:r>
                    </a:p>
                  </a:txBody>
                  <a:tcPr marL="9724" marR="9724" marT="9724" marB="0" anchor="ctr"/>
                </a:tc>
                <a:tc>
                  <a:txBody>
                    <a:bodyPr/>
                    <a:lstStyle/>
                    <a:p>
                      <a:pPr algn="l" fontAlgn="ctr"/>
                      <a:r>
                        <a:rPr lang="zh-CN" altLang="en-US" sz="1200" kern="1200">
                          <a:solidFill>
                            <a:schemeClr val="tx1"/>
                          </a:solidFill>
                          <a:latin typeface="+mn-lt"/>
                          <a:ea typeface="+mn-ea"/>
                          <a:cs typeface="+mn-cs"/>
                        </a:rPr>
                        <a:t>教育水平</a:t>
                      </a:r>
                    </a:p>
                  </a:txBody>
                  <a:tcPr marL="9724" marR="9724" marT="9724" marB="0" anchor="ctr"/>
                </a:tc>
                <a:extLst>
                  <a:ext uri="{0D108BD9-81ED-4DB2-BD59-A6C34878D82A}">
                    <a16:rowId xmlns:a16="http://schemas.microsoft.com/office/drawing/2014/main" val="3385657754"/>
                  </a:ext>
                </a:extLst>
              </a:tr>
              <a:tr h="223643">
                <a:tc>
                  <a:txBody>
                    <a:bodyPr/>
                    <a:lstStyle/>
                    <a:p>
                      <a:pPr algn="r" fontAlgn="ctr"/>
                      <a:r>
                        <a:rPr lang="en-US" sz="1200" kern="1200">
                          <a:solidFill>
                            <a:schemeClr val="tx1"/>
                          </a:solidFill>
                          <a:latin typeface="+mn-lt"/>
                          <a:ea typeface="+mn-ea"/>
                          <a:cs typeface="+mn-cs"/>
                        </a:rPr>
                        <a:t>default</a:t>
                      </a:r>
                    </a:p>
                  </a:txBody>
                  <a:tcPr marL="9724" marR="9724" marT="9724" marB="0" anchor="ctr"/>
                </a:tc>
                <a:tc>
                  <a:txBody>
                    <a:bodyPr/>
                    <a:lstStyle/>
                    <a:p>
                      <a:pPr algn="ctr" fontAlgn="ctr"/>
                      <a:r>
                        <a:rPr lang="zh-CN" altLang="en-US" sz="1200" kern="1200">
                          <a:solidFill>
                            <a:schemeClr val="tx1"/>
                          </a:solidFill>
                          <a:latin typeface="+mn-lt"/>
                          <a:ea typeface="+mn-ea"/>
                          <a:cs typeface="+mn-cs"/>
                        </a:rPr>
                        <a:t>离散</a:t>
                      </a:r>
                    </a:p>
                  </a:txBody>
                  <a:tcPr marL="9724" marR="9724" marT="9724" marB="0" anchor="ctr"/>
                </a:tc>
                <a:tc>
                  <a:txBody>
                    <a:bodyPr/>
                    <a:lstStyle/>
                    <a:p>
                      <a:pPr algn="l" fontAlgn="ctr"/>
                      <a:r>
                        <a:rPr lang="zh-CN" altLang="en-US" sz="1200" kern="1200">
                          <a:solidFill>
                            <a:schemeClr val="tx1"/>
                          </a:solidFill>
                          <a:latin typeface="+mn-lt"/>
                          <a:ea typeface="+mn-ea"/>
                          <a:cs typeface="+mn-cs"/>
                        </a:rPr>
                        <a:t>是否有信用违约记录</a:t>
                      </a:r>
                    </a:p>
                  </a:txBody>
                  <a:tcPr marL="9724" marR="9724" marT="9724" marB="0" anchor="ctr"/>
                </a:tc>
                <a:extLst>
                  <a:ext uri="{0D108BD9-81ED-4DB2-BD59-A6C34878D82A}">
                    <a16:rowId xmlns:a16="http://schemas.microsoft.com/office/drawing/2014/main" val="3719990798"/>
                  </a:ext>
                </a:extLst>
              </a:tr>
              <a:tr h="223643">
                <a:tc>
                  <a:txBody>
                    <a:bodyPr/>
                    <a:lstStyle/>
                    <a:p>
                      <a:pPr algn="r" fontAlgn="ctr"/>
                      <a:r>
                        <a:rPr lang="en-US" sz="1200" kern="1200">
                          <a:solidFill>
                            <a:schemeClr val="tx1"/>
                          </a:solidFill>
                          <a:latin typeface="+mn-lt"/>
                          <a:ea typeface="+mn-ea"/>
                          <a:cs typeface="+mn-cs"/>
                        </a:rPr>
                        <a:t>balance</a:t>
                      </a:r>
                    </a:p>
                  </a:txBody>
                  <a:tcPr marL="9724" marR="9724" marT="9724" marB="0" anchor="ctr"/>
                </a:tc>
                <a:tc>
                  <a:txBody>
                    <a:bodyPr/>
                    <a:lstStyle/>
                    <a:p>
                      <a:pPr algn="ctr" fontAlgn="ctr"/>
                      <a:r>
                        <a:rPr lang="zh-CN" altLang="en-US" sz="1200" kern="1200">
                          <a:solidFill>
                            <a:schemeClr val="tx1"/>
                          </a:solidFill>
                          <a:latin typeface="+mn-lt"/>
                          <a:ea typeface="+mn-ea"/>
                          <a:cs typeface="+mn-cs"/>
                        </a:rPr>
                        <a:t>数值</a:t>
                      </a:r>
                    </a:p>
                  </a:txBody>
                  <a:tcPr marL="9724" marR="9724" marT="9724" marB="0" anchor="ctr"/>
                </a:tc>
                <a:tc>
                  <a:txBody>
                    <a:bodyPr/>
                    <a:lstStyle/>
                    <a:p>
                      <a:pPr algn="l" fontAlgn="ctr"/>
                      <a:r>
                        <a:rPr lang="zh-CN" altLang="en-US" sz="1200" kern="1200">
                          <a:solidFill>
                            <a:schemeClr val="tx1"/>
                          </a:solidFill>
                          <a:latin typeface="+mn-lt"/>
                          <a:ea typeface="+mn-ea"/>
                          <a:cs typeface="+mn-cs"/>
                        </a:rPr>
                        <a:t>年平均账户余额</a:t>
                      </a:r>
                    </a:p>
                  </a:txBody>
                  <a:tcPr marL="9724" marR="9724" marT="9724" marB="0" anchor="ctr"/>
                </a:tc>
                <a:extLst>
                  <a:ext uri="{0D108BD9-81ED-4DB2-BD59-A6C34878D82A}">
                    <a16:rowId xmlns:a16="http://schemas.microsoft.com/office/drawing/2014/main" val="1267428276"/>
                  </a:ext>
                </a:extLst>
              </a:tr>
              <a:tr h="223643">
                <a:tc>
                  <a:txBody>
                    <a:bodyPr/>
                    <a:lstStyle/>
                    <a:p>
                      <a:pPr algn="r" fontAlgn="ctr"/>
                      <a:r>
                        <a:rPr lang="en-US" sz="1200" kern="1200">
                          <a:solidFill>
                            <a:schemeClr val="tx1"/>
                          </a:solidFill>
                          <a:latin typeface="+mn-lt"/>
                          <a:ea typeface="+mn-ea"/>
                          <a:cs typeface="+mn-cs"/>
                        </a:rPr>
                        <a:t>housing</a:t>
                      </a:r>
                    </a:p>
                  </a:txBody>
                  <a:tcPr marL="9724" marR="9724" marT="9724" marB="0" anchor="ctr"/>
                </a:tc>
                <a:tc>
                  <a:txBody>
                    <a:bodyPr/>
                    <a:lstStyle/>
                    <a:p>
                      <a:pPr algn="ctr" fontAlgn="ctr"/>
                      <a:r>
                        <a:rPr lang="zh-CN" altLang="en-US" sz="1200" kern="1200">
                          <a:solidFill>
                            <a:schemeClr val="tx1"/>
                          </a:solidFill>
                          <a:latin typeface="+mn-lt"/>
                          <a:ea typeface="+mn-ea"/>
                          <a:cs typeface="+mn-cs"/>
                        </a:rPr>
                        <a:t>离散</a:t>
                      </a:r>
                    </a:p>
                  </a:txBody>
                  <a:tcPr marL="9724" marR="9724" marT="9724" marB="0" anchor="ctr"/>
                </a:tc>
                <a:tc>
                  <a:txBody>
                    <a:bodyPr/>
                    <a:lstStyle/>
                    <a:p>
                      <a:pPr algn="l" fontAlgn="ctr"/>
                      <a:r>
                        <a:rPr lang="zh-CN" altLang="en-US" sz="1200" kern="1200">
                          <a:solidFill>
                            <a:schemeClr val="tx1"/>
                          </a:solidFill>
                          <a:latin typeface="+mn-lt"/>
                          <a:ea typeface="+mn-ea"/>
                          <a:cs typeface="+mn-cs"/>
                        </a:rPr>
                        <a:t>是否有住房贷款</a:t>
                      </a:r>
                    </a:p>
                  </a:txBody>
                  <a:tcPr marL="9724" marR="9724" marT="9724" marB="0" anchor="ctr"/>
                </a:tc>
                <a:extLst>
                  <a:ext uri="{0D108BD9-81ED-4DB2-BD59-A6C34878D82A}">
                    <a16:rowId xmlns:a16="http://schemas.microsoft.com/office/drawing/2014/main" val="1886572099"/>
                  </a:ext>
                </a:extLst>
              </a:tr>
              <a:tr h="223643">
                <a:tc>
                  <a:txBody>
                    <a:bodyPr/>
                    <a:lstStyle/>
                    <a:p>
                      <a:pPr algn="r" fontAlgn="ctr"/>
                      <a:r>
                        <a:rPr lang="en-US" sz="1200" kern="1200">
                          <a:solidFill>
                            <a:schemeClr val="tx1"/>
                          </a:solidFill>
                          <a:latin typeface="+mn-lt"/>
                          <a:ea typeface="+mn-ea"/>
                          <a:cs typeface="+mn-cs"/>
                        </a:rPr>
                        <a:t>loan</a:t>
                      </a:r>
                    </a:p>
                  </a:txBody>
                  <a:tcPr marL="9724" marR="9724" marT="9724" marB="0" anchor="ctr"/>
                </a:tc>
                <a:tc>
                  <a:txBody>
                    <a:bodyPr/>
                    <a:lstStyle/>
                    <a:p>
                      <a:pPr algn="ctr" fontAlgn="ctr"/>
                      <a:r>
                        <a:rPr lang="zh-CN" altLang="en-US" sz="1200" kern="1200">
                          <a:solidFill>
                            <a:schemeClr val="tx1"/>
                          </a:solidFill>
                          <a:latin typeface="+mn-lt"/>
                          <a:ea typeface="+mn-ea"/>
                          <a:cs typeface="+mn-cs"/>
                        </a:rPr>
                        <a:t>离散</a:t>
                      </a:r>
                    </a:p>
                  </a:txBody>
                  <a:tcPr marL="9724" marR="9724" marT="9724" marB="0" anchor="ctr"/>
                </a:tc>
                <a:tc>
                  <a:txBody>
                    <a:bodyPr/>
                    <a:lstStyle/>
                    <a:p>
                      <a:pPr algn="l" fontAlgn="ctr"/>
                      <a:r>
                        <a:rPr lang="zh-CN" altLang="en-US" sz="1200" kern="1200">
                          <a:solidFill>
                            <a:schemeClr val="tx1"/>
                          </a:solidFill>
                          <a:latin typeface="+mn-lt"/>
                          <a:ea typeface="+mn-ea"/>
                          <a:cs typeface="+mn-cs"/>
                        </a:rPr>
                        <a:t>是否有个人贷款</a:t>
                      </a:r>
                    </a:p>
                  </a:txBody>
                  <a:tcPr marL="9724" marR="9724" marT="9724" marB="0" anchor="ctr"/>
                </a:tc>
                <a:extLst>
                  <a:ext uri="{0D108BD9-81ED-4DB2-BD59-A6C34878D82A}">
                    <a16:rowId xmlns:a16="http://schemas.microsoft.com/office/drawing/2014/main" val="1060322256"/>
                  </a:ext>
                </a:extLst>
              </a:tr>
              <a:tr h="223643">
                <a:tc>
                  <a:txBody>
                    <a:bodyPr/>
                    <a:lstStyle/>
                    <a:p>
                      <a:pPr algn="r" fontAlgn="ctr"/>
                      <a:r>
                        <a:rPr lang="en-US" sz="1200" kern="1200">
                          <a:solidFill>
                            <a:schemeClr val="tx1"/>
                          </a:solidFill>
                          <a:latin typeface="+mn-lt"/>
                          <a:ea typeface="+mn-ea"/>
                          <a:cs typeface="+mn-cs"/>
                        </a:rPr>
                        <a:t>contact</a:t>
                      </a:r>
                    </a:p>
                  </a:txBody>
                  <a:tcPr marL="9724" marR="9724" marT="9724" marB="0" anchor="ctr"/>
                </a:tc>
                <a:tc>
                  <a:txBody>
                    <a:bodyPr/>
                    <a:lstStyle/>
                    <a:p>
                      <a:pPr algn="ctr" fontAlgn="ctr"/>
                      <a:r>
                        <a:rPr lang="zh-CN" altLang="en-US" sz="1200" kern="1200">
                          <a:solidFill>
                            <a:schemeClr val="tx1"/>
                          </a:solidFill>
                          <a:latin typeface="+mn-lt"/>
                          <a:ea typeface="+mn-ea"/>
                          <a:cs typeface="+mn-cs"/>
                        </a:rPr>
                        <a:t>离散</a:t>
                      </a:r>
                    </a:p>
                  </a:txBody>
                  <a:tcPr marL="9724" marR="9724" marT="9724" marB="0" anchor="ctr"/>
                </a:tc>
                <a:tc>
                  <a:txBody>
                    <a:bodyPr/>
                    <a:lstStyle/>
                    <a:p>
                      <a:pPr algn="l" fontAlgn="ctr"/>
                      <a:r>
                        <a:rPr lang="zh-CN" altLang="en-US" sz="1200" kern="1200">
                          <a:solidFill>
                            <a:schemeClr val="tx1"/>
                          </a:solidFill>
                          <a:latin typeface="+mn-lt"/>
                          <a:ea typeface="+mn-ea"/>
                          <a:cs typeface="+mn-cs"/>
                        </a:rPr>
                        <a:t>联系方式</a:t>
                      </a:r>
                    </a:p>
                  </a:txBody>
                  <a:tcPr marL="9724" marR="9724" marT="9724" marB="0" anchor="ctr"/>
                </a:tc>
                <a:extLst>
                  <a:ext uri="{0D108BD9-81ED-4DB2-BD59-A6C34878D82A}">
                    <a16:rowId xmlns:a16="http://schemas.microsoft.com/office/drawing/2014/main" val="4224043010"/>
                  </a:ext>
                </a:extLst>
              </a:tr>
              <a:tr h="223643">
                <a:tc>
                  <a:txBody>
                    <a:bodyPr/>
                    <a:lstStyle/>
                    <a:p>
                      <a:pPr algn="r" fontAlgn="ctr"/>
                      <a:r>
                        <a:rPr lang="en-US" sz="1200" kern="1200">
                          <a:solidFill>
                            <a:schemeClr val="tx1"/>
                          </a:solidFill>
                          <a:latin typeface="+mn-lt"/>
                          <a:ea typeface="+mn-ea"/>
                          <a:cs typeface="+mn-cs"/>
                        </a:rPr>
                        <a:t>day</a:t>
                      </a:r>
                    </a:p>
                  </a:txBody>
                  <a:tcPr marL="9724" marR="9724" marT="9724" marB="0" anchor="ctr"/>
                </a:tc>
                <a:tc>
                  <a:txBody>
                    <a:bodyPr/>
                    <a:lstStyle/>
                    <a:p>
                      <a:pPr algn="ctr" fontAlgn="ctr"/>
                      <a:r>
                        <a:rPr lang="zh-CN" altLang="en-US" sz="1200" kern="1200">
                          <a:solidFill>
                            <a:schemeClr val="tx1"/>
                          </a:solidFill>
                          <a:latin typeface="+mn-lt"/>
                          <a:ea typeface="+mn-ea"/>
                          <a:cs typeface="+mn-cs"/>
                        </a:rPr>
                        <a:t>数值</a:t>
                      </a:r>
                    </a:p>
                  </a:txBody>
                  <a:tcPr marL="9724" marR="9724" marT="9724" marB="0" anchor="ctr"/>
                </a:tc>
                <a:tc>
                  <a:txBody>
                    <a:bodyPr/>
                    <a:lstStyle/>
                    <a:p>
                      <a:pPr algn="l" fontAlgn="ctr"/>
                      <a:r>
                        <a:rPr lang="zh-CN" altLang="en-US" sz="1200" kern="1200">
                          <a:solidFill>
                            <a:schemeClr val="tx1"/>
                          </a:solidFill>
                          <a:latin typeface="+mn-lt"/>
                          <a:ea typeface="+mn-ea"/>
                          <a:cs typeface="+mn-cs"/>
                        </a:rPr>
                        <a:t>最后一次联系日期</a:t>
                      </a:r>
                    </a:p>
                  </a:txBody>
                  <a:tcPr marL="9724" marR="9724" marT="9724" marB="0" anchor="ctr"/>
                </a:tc>
                <a:extLst>
                  <a:ext uri="{0D108BD9-81ED-4DB2-BD59-A6C34878D82A}">
                    <a16:rowId xmlns:a16="http://schemas.microsoft.com/office/drawing/2014/main" val="1556801482"/>
                  </a:ext>
                </a:extLst>
              </a:tr>
              <a:tr h="223643">
                <a:tc>
                  <a:txBody>
                    <a:bodyPr/>
                    <a:lstStyle/>
                    <a:p>
                      <a:pPr algn="r" fontAlgn="ctr"/>
                      <a:r>
                        <a:rPr lang="en-US" sz="1200" kern="1200">
                          <a:solidFill>
                            <a:schemeClr val="tx1"/>
                          </a:solidFill>
                          <a:latin typeface="+mn-lt"/>
                          <a:ea typeface="+mn-ea"/>
                          <a:cs typeface="+mn-cs"/>
                        </a:rPr>
                        <a:t>month</a:t>
                      </a:r>
                    </a:p>
                  </a:txBody>
                  <a:tcPr marL="9724" marR="9724" marT="9724" marB="0" anchor="ctr"/>
                </a:tc>
                <a:tc>
                  <a:txBody>
                    <a:bodyPr/>
                    <a:lstStyle/>
                    <a:p>
                      <a:pPr algn="ctr" fontAlgn="ctr"/>
                      <a:r>
                        <a:rPr lang="zh-CN" altLang="en-US" sz="1200" kern="1200">
                          <a:solidFill>
                            <a:schemeClr val="tx1"/>
                          </a:solidFill>
                          <a:latin typeface="+mn-lt"/>
                          <a:ea typeface="+mn-ea"/>
                          <a:cs typeface="+mn-cs"/>
                        </a:rPr>
                        <a:t>离散</a:t>
                      </a:r>
                    </a:p>
                  </a:txBody>
                  <a:tcPr marL="9724" marR="9724" marT="9724" marB="0" anchor="ctr"/>
                </a:tc>
                <a:tc>
                  <a:txBody>
                    <a:bodyPr/>
                    <a:lstStyle/>
                    <a:p>
                      <a:pPr algn="l" fontAlgn="ctr"/>
                      <a:r>
                        <a:rPr lang="zh-CN" altLang="en-US" sz="1200" kern="1200">
                          <a:solidFill>
                            <a:schemeClr val="tx1"/>
                          </a:solidFill>
                          <a:latin typeface="+mn-lt"/>
                          <a:ea typeface="+mn-ea"/>
                          <a:cs typeface="+mn-cs"/>
                        </a:rPr>
                        <a:t>最后一次联系月份</a:t>
                      </a:r>
                    </a:p>
                  </a:txBody>
                  <a:tcPr marL="9724" marR="9724" marT="9724" marB="0" anchor="ctr"/>
                </a:tc>
                <a:extLst>
                  <a:ext uri="{0D108BD9-81ED-4DB2-BD59-A6C34878D82A}">
                    <a16:rowId xmlns:a16="http://schemas.microsoft.com/office/drawing/2014/main" val="3901317502"/>
                  </a:ext>
                </a:extLst>
              </a:tr>
              <a:tr h="223643">
                <a:tc>
                  <a:txBody>
                    <a:bodyPr/>
                    <a:lstStyle/>
                    <a:p>
                      <a:pPr algn="r" fontAlgn="ctr"/>
                      <a:r>
                        <a:rPr lang="en-US" sz="1200" kern="1200">
                          <a:solidFill>
                            <a:schemeClr val="tx1"/>
                          </a:solidFill>
                          <a:latin typeface="+mn-lt"/>
                          <a:ea typeface="+mn-ea"/>
                          <a:cs typeface="+mn-cs"/>
                        </a:rPr>
                        <a:t>duration</a:t>
                      </a:r>
                    </a:p>
                  </a:txBody>
                  <a:tcPr marL="9724" marR="9724" marT="9724" marB="0" anchor="ctr"/>
                </a:tc>
                <a:tc>
                  <a:txBody>
                    <a:bodyPr/>
                    <a:lstStyle/>
                    <a:p>
                      <a:pPr algn="ctr" fontAlgn="ctr"/>
                      <a:r>
                        <a:rPr lang="zh-CN" altLang="en-US" sz="1200" kern="1200">
                          <a:solidFill>
                            <a:schemeClr val="tx1"/>
                          </a:solidFill>
                          <a:latin typeface="+mn-lt"/>
                          <a:ea typeface="+mn-ea"/>
                          <a:cs typeface="+mn-cs"/>
                        </a:rPr>
                        <a:t>数值</a:t>
                      </a:r>
                    </a:p>
                  </a:txBody>
                  <a:tcPr marL="9724" marR="9724" marT="9724" marB="0" anchor="ctr"/>
                </a:tc>
                <a:tc>
                  <a:txBody>
                    <a:bodyPr/>
                    <a:lstStyle/>
                    <a:p>
                      <a:pPr algn="l" fontAlgn="ctr"/>
                      <a:r>
                        <a:rPr lang="zh-CN" altLang="en-US" sz="1200" kern="1200">
                          <a:solidFill>
                            <a:schemeClr val="tx1"/>
                          </a:solidFill>
                          <a:latin typeface="+mn-lt"/>
                          <a:ea typeface="+mn-ea"/>
                          <a:cs typeface="+mn-cs"/>
                        </a:rPr>
                        <a:t>最后一次联系时长</a:t>
                      </a:r>
                    </a:p>
                  </a:txBody>
                  <a:tcPr marL="9724" marR="9724" marT="9724" marB="0" anchor="ctr"/>
                </a:tc>
                <a:extLst>
                  <a:ext uri="{0D108BD9-81ED-4DB2-BD59-A6C34878D82A}">
                    <a16:rowId xmlns:a16="http://schemas.microsoft.com/office/drawing/2014/main" val="2029778879"/>
                  </a:ext>
                </a:extLst>
              </a:tr>
              <a:tr h="223643">
                <a:tc>
                  <a:txBody>
                    <a:bodyPr/>
                    <a:lstStyle/>
                    <a:p>
                      <a:pPr algn="r" fontAlgn="ctr"/>
                      <a:r>
                        <a:rPr lang="en-US" sz="1200" kern="1200">
                          <a:solidFill>
                            <a:schemeClr val="tx1"/>
                          </a:solidFill>
                          <a:latin typeface="+mn-lt"/>
                          <a:ea typeface="+mn-ea"/>
                          <a:cs typeface="+mn-cs"/>
                        </a:rPr>
                        <a:t>campaign</a:t>
                      </a:r>
                    </a:p>
                  </a:txBody>
                  <a:tcPr marL="9724" marR="9724" marT="9724" marB="0" anchor="ctr"/>
                </a:tc>
                <a:tc>
                  <a:txBody>
                    <a:bodyPr/>
                    <a:lstStyle/>
                    <a:p>
                      <a:pPr algn="ctr" fontAlgn="ctr"/>
                      <a:r>
                        <a:rPr lang="zh-CN" altLang="en-US" sz="1200" kern="1200">
                          <a:solidFill>
                            <a:schemeClr val="tx1"/>
                          </a:solidFill>
                          <a:latin typeface="+mn-lt"/>
                          <a:ea typeface="+mn-ea"/>
                          <a:cs typeface="+mn-cs"/>
                        </a:rPr>
                        <a:t>数值</a:t>
                      </a:r>
                    </a:p>
                  </a:txBody>
                  <a:tcPr marL="9724" marR="9724" marT="9724" marB="0" anchor="ctr"/>
                </a:tc>
                <a:tc>
                  <a:txBody>
                    <a:bodyPr/>
                    <a:lstStyle/>
                    <a:p>
                      <a:pPr algn="l" fontAlgn="ctr"/>
                      <a:r>
                        <a:rPr lang="zh-CN" altLang="en-US" sz="1200" kern="1200">
                          <a:solidFill>
                            <a:schemeClr val="tx1"/>
                          </a:solidFill>
                          <a:latin typeface="+mn-lt"/>
                          <a:ea typeface="+mn-ea"/>
                          <a:cs typeface="+mn-cs"/>
                        </a:rPr>
                        <a:t>本轮营销联系次数</a:t>
                      </a:r>
                    </a:p>
                  </a:txBody>
                  <a:tcPr marL="9724" marR="9724" marT="9724" marB="0" anchor="ctr"/>
                </a:tc>
                <a:extLst>
                  <a:ext uri="{0D108BD9-81ED-4DB2-BD59-A6C34878D82A}">
                    <a16:rowId xmlns:a16="http://schemas.microsoft.com/office/drawing/2014/main" val="3063796422"/>
                  </a:ext>
                </a:extLst>
              </a:tr>
              <a:tr h="223643">
                <a:tc>
                  <a:txBody>
                    <a:bodyPr/>
                    <a:lstStyle/>
                    <a:p>
                      <a:pPr algn="r" fontAlgn="ctr"/>
                      <a:r>
                        <a:rPr lang="en-US" sz="1200" kern="1200">
                          <a:solidFill>
                            <a:schemeClr val="tx1"/>
                          </a:solidFill>
                          <a:latin typeface="+mn-lt"/>
                          <a:ea typeface="+mn-ea"/>
                          <a:cs typeface="+mn-cs"/>
                        </a:rPr>
                        <a:t>pdays</a:t>
                      </a:r>
                    </a:p>
                  </a:txBody>
                  <a:tcPr marL="9724" marR="9724" marT="9724" marB="0" anchor="ctr"/>
                </a:tc>
                <a:tc>
                  <a:txBody>
                    <a:bodyPr/>
                    <a:lstStyle/>
                    <a:p>
                      <a:pPr algn="ctr" fontAlgn="ctr"/>
                      <a:r>
                        <a:rPr lang="zh-CN" altLang="en-US" sz="1200" kern="1200">
                          <a:solidFill>
                            <a:schemeClr val="tx1"/>
                          </a:solidFill>
                          <a:latin typeface="+mn-lt"/>
                          <a:ea typeface="+mn-ea"/>
                          <a:cs typeface="+mn-cs"/>
                        </a:rPr>
                        <a:t>数值</a:t>
                      </a:r>
                    </a:p>
                  </a:txBody>
                  <a:tcPr marL="9724" marR="9724" marT="9724" marB="0" anchor="ctr"/>
                </a:tc>
                <a:tc>
                  <a:txBody>
                    <a:bodyPr/>
                    <a:lstStyle/>
                    <a:p>
                      <a:pPr algn="l" fontAlgn="ctr"/>
                      <a:r>
                        <a:rPr lang="zh-CN" altLang="en-US" sz="1200" kern="1200">
                          <a:solidFill>
                            <a:schemeClr val="tx1"/>
                          </a:solidFill>
                          <a:latin typeface="+mn-lt"/>
                          <a:ea typeface="+mn-ea"/>
                          <a:cs typeface="+mn-cs"/>
                        </a:rPr>
                        <a:t>距离上次营销联系的天数</a:t>
                      </a:r>
                    </a:p>
                  </a:txBody>
                  <a:tcPr marL="9724" marR="9724" marT="9724" marB="0" anchor="ctr"/>
                </a:tc>
                <a:extLst>
                  <a:ext uri="{0D108BD9-81ED-4DB2-BD59-A6C34878D82A}">
                    <a16:rowId xmlns:a16="http://schemas.microsoft.com/office/drawing/2014/main" val="36896313"/>
                  </a:ext>
                </a:extLst>
              </a:tr>
              <a:tr h="223643">
                <a:tc>
                  <a:txBody>
                    <a:bodyPr/>
                    <a:lstStyle/>
                    <a:p>
                      <a:pPr algn="r" fontAlgn="ctr"/>
                      <a:r>
                        <a:rPr lang="en-US" sz="1200" kern="1200">
                          <a:solidFill>
                            <a:schemeClr val="tx1"/>
                          </a:solidFill>
                          <a:latin typeface="+mn-lt"/>
                          <a:ea typeface="+mn-ea"/>
                          <a:cs typeface="+mn-cs"/>
                        </a:rPr>
                        <a:t>previous</a:t>
                      </a:r>
                    </a:p>
                  </a:txBody>
                  <a:tcPr marL="9724" marR="9724" marT="9724" marB="0" anchor="ctr"/>
                </a:tc>
                <a:tc>
                  <a:txBody>
                    <a:bodyPr/>
                    <a:lstStyle/>
                    <a:p>
                      <a:pPr algn="ctr" fontAlgn="ctr"/>
                      <a:r>
                        <a:rPr lang="zh-CN" altLang="en-US" sz="1200" kern="1200">
                          <a:solidFill>
                            <a:schemeClr val="tx1"/>
                          </a:solidFill>
                          <a:latin typeface="+mn-lt"/>
                          <a:ea typeface="+mn-ea"/>
                          <a:cs typeface="+mn-cs"/>
                        </a:rPr>
                        <a:t>数值</a:t>
                      </a:r>
                    </a:p>
                  </a:txBody>
                  <a:tcPr marL="9724" marR="9724" marT="9724" marB="0" anchor="ctr"/>
                </a:tc>
                <a:tc>
                  <a:txBody>
                    <a:bodyPr/>
                    <a:lstStyle/>
                    <a:p>
                      <a:pPr algn="l" fontAlgn="ctr"/>
                      <a:r>
                        <a:rPr lang="zh-CN" altLang="en-US" sz="1200" kern="1200">
                          <a:solidFill>
                            <a:schemeClr val="tx1"/>
                          </a:solidFill>
                          <a:latin typeface="+mn-lt"/>
                          <a:ea typeface="+mn-ea"/>
                          <a:cs typeface="+mn-cs"/>
                        </a:rPr>
                        <a:t>之前营销联系次数</a:t>
                      </a:r>
                    </a:p>
                  </a:txBody>
                  <a:tcPr marL="9724" marR="9724" marT="9724" marB="0" anchor="ctr"/>
                </a:tc>
                <a:extLst>
                  <a:ext uri="{0D108BD9-81ED-4DB2-BD59-A6C34878D82A}">
                    <a16:rowId xmlns:a16="http://schemas.microsoft.com/office/drawing/2014/main" val="1613082666"/>
                  </a:ext>
                </a:extLst>
              </a:tr>
              <a:tr h="223643">
                <a:tc>
                  <a:txBody>
                    <a:bodyPr/>
                    <a:lstStyle/>
                    <a:p>
                      <a:pPr algn="r" fontAlgn="ctr"/>
                      <a:r>
                        <a:rPr lang="en-US" sz="1200" kern="1200">
                          <a:solidFill>
                            <a:schemeClr val="tx1"/>
                          </a:solidFill>
                          <a:latin typeface="+mn-lt"/>
                          <a:ea typeface="+mn-ea"/>
                          <a:cs typeface="+mn-cs"/>
                        </a:rPr>
                        <a:t>poutcome</a:t>
                      </a:r>
                    </a:p>
                  </a:txBody>
                  <a:tcPr marL="9724" marR="9724" marT="9724" marB="0" anchor="ctr"/>
                </a:tc>
                <a:tc>
                  <a:txBody>
                    <a:bodyPr/>
                    <a:lstStyle/>
                    <a:p>
                      <a:pPr algn="ctr" fontAlgn="ctr"/>
                      <a:r>
                        <a:rPr lang="zh-CN" altLang="en-US" sz="1200" kern="1200">
                          <a:solidFill>
                            <a:schemeClr val="tx1"/>
                          </a:solidFill>
                          <a:latin typeface="+mn-lt"/>
                          <a:ea typeface="+mn-ea"/>
                          <a:cs typeface="+mn-cs"/>
                        </a:rPr>
                        <a:t>离散</a:t>
                      </a:r>
                    </a:p>
                  </a:txBody>
                  <a:tcPr marL="9724" marR="9724" marT="9724" marB="0" anchor="ctr"/>
                </a:tc>
                <a:tc>
                  <a:txBody>
                    <a:bodyPr/>
                    <a:lstStyle/>
                    <a:p>
                      <a:pPr algn="l" fontAlgn="ctr"/>
                      <a:r>
                        <a:rPr lang="zh-CN" altLang="en-US" sz="1200" kern="1200">
                          <a:solidFill>
                            <a:schemeClr val="tx1"/>
                          </a:solidFill>
                          <a:latin typeface="+mn-lt"/>
                          <a:ea typeface="+mn-ea"/>
                          <a:cs typeface="+mn-cs"/>
                        </a:rPr>
                        <a:t>上一次营销活动结果</a:t>
                      </a:r>
                    </a:p>
                  </a:txBody>
                  <a:tcPr marL="9724" marR="9724" marT="9724" marB="0" anchor="ctr"/>
                </a:tc>
                <a:extLst>
                  <a:ext uri="{0D108BD9-81ED-4DB2-BD59-A6C34878D82A}">
                    <a16:rowId xmlns:a16="http://schemas.microsoft.com/office/drawing/2014/main" val="2818043632"/>
                  </a:ext>
                </a:extLst>
              </a:tr>
            </a:tbl>
          </a:graphicData>
        </a:graphic>
      </p:graphicFrame>
    </p:spTree>
    <p:extLst>
      <p:ext uri="{BB962C8B-B14F-4D97-AF65-F5344CB8AC3E}">
        <p14:creationId xmlns:p14="http://schemas.microsoft.com/office/powerpoint/2010/main" val="246510705"/>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9B01B3-1703-4AAD-8577-CC5A894D4BAA}"/>
              </a:ext>
            </a:extLst>
          </p:cNvPr>
          <p:cNvSpPr>
            <a:spLocks noGrp="1"/>
          </p:cNvSpPr>
          <p:nvPr>
            <p:ph type="title"/>
          </p:nvPr>
        </p:nvSpPr>
        <p:spPr/>
        <p:txBody>
          <a:bodyPr/>
          <a:lstStyle/>
          <a:p>
            <a:r>
              <a:rPr lang="en-US" altLang="zh-CN" b="1">
                <a:solidFill>
                  <a:srgbClr val="213F79"/>
                </a:solidFill>
                <a:effectLst>
                  <a:innerShdw blurRad="63500" dist="50800" dir="13500000">
                    <a:prstClr val="black">
                      <a:alpha val="50000"/>
                    </a:prstClr>
                  </a:innerShdw>
                </a:effectLst>
                <a:latin typeface="方正兰亭特黑简体" panose="02000000000000000000" pitchFamily="2" charset="-122"/>
                <a:ea typeface="方正兰亭特黑简体" panose="02000000000000000000" pitchFamily="2" charset="-122"/>
              </a:rPr>
              <a:t>Relief</a:t>
            </a:r>
            <a:r>
              <a:rPr lang="zh-CN" altLang="en-US" b="1">
                <a:solidFill>
                  <a:srgbClr val="213F79"/>
                </a:solidFill>
                <a:effectLst>
                  <a:innerShdw blurRad="63500" dist="50800" dir="13500000">
                    <a:prstClr val="black">
                      <a:alpha val="50000"/>
                    </a:prstClr>
                  </a:innerShdw>
                </a:effectLst>
                <a:latin typeface="方正兰亭特黑简体" panose="02000000000000000000" pitchFamily="2" charset="-122"/>
                <a:ea typeface="方正兰亭特黑简体" panose="02000000000000000000" pitchFamily="2" charset="-122"/>
              </a:rPr>
              <a:t>过滤式特征选择算法</a:t>
            </a:r>
            <a:endParaRPr lang="zh-CN" altLang="en-US" b="1" dirty="0"/>
          </a:p>
        </p:txBody>
      </p:sp>
      <p:sp>
        <p:nvSpPr>
          <p:cNvPr id="3" name="灯片编号占位符 2">
            <a:extLst>
              <a:ext uri="{FF2B5EF4-FFF2-40B4-BE49-F238E27FC236}">
                <a16:creationId xmlns:a16="http://schemas.microsoft.com/office/drawing/2014/main" id="{4B132BC8-1F84-4D84-B630-545DACCD087B}"/>
              </a:ext>
            </a:extLst>
          </p:cNvPr>
          <p:cNvSpPr>
            <a:spLocks noGrp="1"/>
          </p:cNvSpPr>
          <p:nvPr>
            <p:ph type="sldNum" sz="quarter" idx="10"/>
          </p:nvPr>
        </p:nvSpPr>
        <p:spPr/>
        <p:txBody>
          <a:bodyPr/>
          <a:lstStyle/>
          <a:p>
            <a:fld id="{BC2BB865-BE3C-4DEF-84E9-D9349E7A4EF9}" type="slidenum">
              <a:rPr lang="zh-CN" altLang="en-US" smtClean="0"/>
              <a:pPr/>
              <a:t>6</a:t>
            </a:fld>
            <a:endParaRPr lang="zh-CN" altLang="en-US"/>
          </a:p>
        </p:txBody>
      </p:sp>
      <p:sp>
        <p:nvSpPr>
          <p:cNvPr id="6" name="文本框 5">
            <a:extLst>
              <a:ext uri="{FF2B5EF4-FFF2-40B4-BE49-F238E27FC236}">
                <a16:creationId xmlns:a16="http://schemas.microsoft.com/office/drawing/2014/main" id="{1C2E059A-E87A-8B8C-01EF-9EB64371E79B}"/>
              </a:ext>
            </a:extLst>
          </p:cNvPr>
          <p:cNvSpPr txBox="1"/>
          <p:nvPr/>
        </p:nvSpPr>
        <p:spPr>
          <a:xfrm>
            <a:off x="1013178" y="1083219"/>
            <a:ext cx="9598378" cy="530915"/>
          </a:xfrm>
          <a:prstGeom prst="rect">
            <a:avLst/>
          </a:prstGeom>
          <a:noFill/>
        </p:spPr>
        <p:txBody>
          <a:bodyPr wrap="square">
            <a:spAutoFit/>
          </a:bodyPr>
          <a:lstStyle/>
          <a:p>
            <a:pPr algn="just"/>
            <a:r>
              <a:rPr lang="zh-CN" altLang="en-US" b="1" dirty="0"/>
              <a:t>关键部分代码</a:t>
            </a:r>
            <a:r>
              <a:rPr lang="zh-CN" altLang="en-US" dirty="0"/>
              <a:t>：</a:t>
            </a:r>
            <a:endParaRPr lang="en-US" altLang="zh-CN" dirty="0"/>
          </a:p>
          <a:p>
            <a:pPr algn="just"/>
            <a:endParaRPr lang="en-US" altLang="zh-CN" sz="1050" dirty="0">
              <a:effectLst/>
              <a:latin typeface="Georgia" panose="02040502050405020303" pitchFamily="18" charset="0"/>
              <a:ea typeface="等线" panose="02010600030101010101" pitchFamily="2" charset="-122"/>
              <a:cs typeface="Times New Roman" panose="02020603050405020304" pitchFamily="18" charset="0"/>
            </a:endParaRPr>
          </a:p>
        </p:txBody>
      </p:sp>
      <p:pic>
        <p:nvPicPr>
          <p:cNvPr id="8" name="图片 7">
            <a:extLst>
              <a:ext uri="{FF2B5EF4-FFF2-40B4-BE49-F238E27FC236}">
                <a16:creationId xmlns:a16="http://schemas.microsoft.com/office/drawing/2014/main" id="{CA63E4DC-8761-08CB-CA93-C932474DB88E}"/>
              </a:ext>
            </a:extLst>
          </p:cNvPr>
          <p:cNvPicPr>
            <a:picLocks noChangeAspect="1"/>
          </p:cNvPicPr>
          <p:nvPr/>
        </p:nvPicPr>
        <p:blipFill>
          <a:blip r:embed="rId3"/>
          <a:stretch>
            <a:fillRect/>
          </a:stretch>
        </p:blipFill>
        <p:spPr>
          <a:xfrm>
            <a:off x="2710647" y="685800"/>
            <a:ext cx="5583096" cy="6172200"/>
          </a:xfrm>
          <a:prstGeom prst="rect">
            <a:avLst/>
          </a:prstGeom>
        </p:spPr>
      </p:pic>
    </p:spTree>
    <p:extLst>
      <p:ext uri="{BB962C8B-B14F-4D97-AF65-F5344CB8AC3E}">
        <p14:creationId xmlns:p14="http://schemas.microsoft.com/office/powerpoint/2010/main" val="1993978108"/>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9B01B3-1703-4AAD-8577-CC5A894D4BAA}"/>
              </a:ext>
            </a:extLst>
          </p:cNvPr>
          <p:cNvSpPr>
            <a:spLocks noGrp="1"/>
          </p:cNvSpPr>
          <p:nvPr>
            <p:ph type="title"/>
          </p:nvPr>
        </p:nvSpPr>
        <p:spPr/>
        <p:txBody>
          <a:bodyPr/>
          <a:lstStyle/>
          <a:p>
            <a:r>
              <a:rPr lang="en-US" altLang="zh-CN" b="1">
                <a:solidFill>
                  <a:srgbClr val="213F79"/>
                </a:solidFill>
                <a:effectLst>
                  <a:innerShdw blurRad="63500" dist="50800" dir="13500000">
                    <a:prstClr val="black">
                      <a:alpha val="50000"/>
                    </a:prstClr>
                  </a:innerShdw>
                </a:effectLst>
                <a:latin typeface="方正兰亭特黑简体" panose="02000000000000000000" pitchFamily="2" charset="-122"/>
                <a:ea typeface="方正兰亭特黑简体" panose="02000000000000000000" pitchFamily="2" charset="-122"/>
              </a:rPr>
              <a:t>Relief</a:t>
            </a:r>
            <a:r>
              <a:rPr lang="zh-CN" altLang="en-US" b="1">
                <a:solidFill>
                  <a:srgbClr val="213F79"/>
                </a:solidFill>
                <a:effectLst>
                  <a:innerShdw blurRad="63500" dist="50800" dir="13500000">
                    <a:prstClr val="black">
                      <a:alpha val="50000"/>
                    </a:prstClr>
                  </a:innerShdw>
                </a:effectLst>
                <a:latin typeface="方正兰亭特黑简体" panose="02000000000000000000" pitchFamily="2" charset="-122"/>
                <a:ea typeface="方正兰亭特黑简体" panose="02000000000000000000" pitchFamily="2" charset="-122"/>
              </a:rPr>
              <a:t>过滤式特征选择算法</a:t>
            </a:r>
            <a:endParaRPr lang="zh-CN" altLang="en-US" b="1" dirty="0"/>
          </a:p>
        </p:txBody>
      </p:sp>
      <p:sp>
        <p:nvSpPr>
          <p:cNvPr id="3" name="灯片编号占位符 2">
            <a:extLst>
              <a:ext uri="{FF2B5EF4-FFF2-40B4-BE49-F238E27FC236}">
                <a16:creationId xmlns:a16="http://schemas.microsoft.com/office/drawing/2014/main" id="{4B132BC8-1F84-4D84-B630-545DACCD087B}"/>
              </a:ext>
            </a:extLst>
          </p:cNvPr>
          <p:cNvSpPr>
            <a:spLocks noGrp="1"/>
          </p:cNvSpPr>
          <p:nvPr>
            <p:ph type="sldNum" sz="quarter" idx="10"/>
          </p:nvPr>
        </p:nvSpPr>
        <p:spPr/>
        <p:txBody>
          <a:bodyPr/>
          <a:lstStyle/>
          <a:p>
            <a:fld id="{BC2BB865-BE3C-4DEF-84E9-D9349E7A4EF9}" type="slidenum">
              <a:rPr lang="zh-CN" altLang="en-US" smtClean="0"/>
              <a:pPr/>
              <a:t>7</a:t>
            </a:fld>
            <a:endParaRPr lang="zh-CN" altLang="en-US"/>
          </a:p>
        </p:txBody>
      </p:sp>
      <p:sp>
        <p:nvSpPr>
          <p:cNvPr id="4" name="文本框 3">
            <a:extLst>
              <a:ext uri="{FF2B5EF4-FFF2-40B4-BE49-F238E27FC236}">
                <a16:creationId xmlns:a16="http://schemas.microsoft.com/office/drawing/2014/main" id="{020A9F26-197D-5FC8-B4A5-968816CE98FB}"/>
              </a:ext>
            </a:extLst>
          </p:cNvPr>
          <p:cNvSpPr txBox="1"/>
          <p:nvPr/>
        </p:nvSpPr>
        <p:spPr>
          <a:xfrm>
            <a:off x="1013178" y="1070254"/>
            <a:ext cx="10422533" cy="5601533"/>
          </a:xfrm>
          <a:prstGeom prst="rect">
            <a:avLst/>
          </a:prstGeom>
          <a:noFill/>
        </p:spPr>
        <p:txBody>
          <a:bodyPr wrap="square">
            <a:spAutoFit/>
          </a:bodyPr>
          <a:lstStyle/>
          <a:p>
            <a:pPr algn="just"/>
            <a:r>
              <a:rPr lang="zh-CN" altLang="en-US" b="1" dirty="0"/>
              <a:t>结果</a:t>
            </a:r>
            <a:r>
              <a:rPr lang="zh-CN" altLang="en-US" b="1"/>
              <a:t>展示：</a:t>
            </a:r>
            <a:endParaRPr lang="en-US" altLang="zh-CN" b="1"/>
          </a:p>
          <a:p>
            <a:pPr algn="just"/>
            <a:endParaRPr lang="en-US" altLang="zh-CN" sz="1800" b="1">
              <a:effectLst/>
              <a:latin typeface="Georgia" panose="02040502050405020303" pitchFamily="18" charset="0"/>
              <a:ea typeface="等线" panose="02010600030101010101" pitchFamily="2" charset="-122"/>
              <a:cs typeface="Times New Roman" panose="02020603050405020304" pitchFamily="18" charset="0"/>
            </a:endParaRPr>
          </a:p>
          <a:p>
            <a:pPr algn="just"/>
            <a:r>
              <a:rPr lang="en-US" altLang="zh-CN" sz="1400">
                <a:effectLst/>
                <a:latin typeface="Consolas" panose="020B0609020204030204" pitchFamily="49" charset="0"/>
                <a:ea typeface="等线" panose="02010600030101010101" pitchFamily="2" charset="-122"/>
                <a:cs typeface="Times New Roman" panose="02020603050405020304" pitchFamily="18" charset="0"/>
              </a:rPr>
              <a:t>Relief: searching near-hit/miss for each sample: 100%|██████████████| 1000/1000 [00:18&lt;00:00, 54.37it/s]</a:t>
            </a:r>
          </a:p>
          <a:p>
            <a:pPr algn="just"/>
            <a:endParaRPr lang="en-US" altLang="zh-CN" sz="1400">
              <a:effectLst/>
              <a:latin typeface="Consolas" panose="020B0609020204030204" pitchFamily="49" charset="0"/>
              <a:ea typeface="等线" panose="02010600030101010101" pitchFamily="2" charset="-122"/>
              <a:cs typeface="Times New Roman" panose="02020603050405020304" pitchFamily="18" charset="0"/>
            </a:endParaRPr>
          </a:p>
          <a:p>
            <a:pPr algn="just"/>
            <a:r>
              <a:rPr lang="en-US" altLang="zh-CN" sz="1400">
                <a:effectLst/>
                <a:latin typeface="Consolas" panose="020B0609020204030204" pitchFamily="49" charset="0"/>
                <a:ea typeface="等线" panose="02010600030101010101" pitchFamily="2" charset="-122"/>
                <a:cs typeface="Times New Roman" panose="02020603050405020304" pitchFamily="18" charset="0"/>
              </a:rPr>
              <a:t>Relief </a:t>
            </a:r>
            <a:r>
              <a:rPr lang="zh-CN" altLang="en-US" sz="1400">
                <a:effectLst/>
                <a:latin typeface="Consolas" panose="020B0609020204030204" pitchFamily="49" charset="0"/>
                <a:ea typeface="等线" panose="02010600030101010101" pitchFamily="2" charset="-122"/>
                <a:cs typeface="Times New Roman" panose="02020603050405020304" pitchFamily="18" charset="0"/>
              </a:rPr>
              <a:t>特征排序结果：</a:t>
            </a:r>
          </a:p>
          <a:p>
            <a:pPr algn="just"/>
            <a:r>
              <a:rPr lang="zh-CN" altLang="en-US" sz="1400">
                <a:effectLst/>
                <a:latin typeface="Consolas" panose="020B0609020204030204" pitchFamily="49" charset="0"/>
                <a:ea typeface="等线" panose="02010600030101010101" pitchFamily="2" charset="-122"/>
                <a:cs typeface="Times New Roman" panose="02020603050405020304" pitchFamily="18" charset="0"/>
              </a:rPr>
              <a:t>      </a:t>
            </a:r>
            <a:r>
              <a:rPr lang="en-US" altLang="zh-CN" sz="1400">
                <a:effectLst/>
                <a:latin typeface="Consolas" panose="020B0609020204030204" pitchFamily="49" charset="0"/>
                <a:ea typeface="等线" panose="02010600030101010101" pitchFamily="2" charset="-122"/>
                <a:cs typeface="Times New Roman" panose="02020603050405020304" pitchFamily="18" charset="0"/>
              </a:rPr>
              <a:t>feature     score</a:t>
            </a:r>
          </a:p>
          <a:p>
            <a:pPr algn="just"/>
            <a:r>
              <a:rPr lang="en-US" altLang="zh-CN" sz="1400">
                <a:effectLst/>
                <a:latin typeface="Consolas" panose="020B0609020204030204" pitchFamily="49" charset="0"/>
                <a:ea typeface="等线" panose="02010600030101010101" pitchFamily="2" charset="-122"/>
                <a:cs typeface="Times New Roman" panose="02020603050405020304" pitchFamily="18" charset="0"/>
              </a:rPr>
              <a:t>0         job  0.068000</a:t>
            </a:r>
          </a:p>
          <a:p>
            <a:pPr algn="just"/>
            <a:r>
              <a:rPr lang="en-US" altLang="zh-CN" sz="1400">
                <a:effectLst/>
                <a:latin typeface="Consolas" panose="020B0609020204030204" pitchFamily="49" charset="0"/>
                <a:ea typeface="等线" panose="02010600030101010101" pitchFamily="2" charset="-122"/>
                <a:cs typeface="Times New Roman" panose="02020603050405020304" pitchFamily="18" charset="0"/>
              </a:rPr>
              <a:t>1       month  0.031000</a:t>
            </a:r>
          </a:p>
          <a:p>
            <a:pPr algn="just"/>
            <a:r>
              <a:rPr lang="en-US" altLang="zh-CN" sz="1400">
                <a:effectLst/>
                <a:latin typeface="Consolas" panose="020B0609020204030204" pitchFamily="49" charset="0"/>
                <a:ea typeface="等线" panose="02010600030101010101" pitchFamily="2" charset="-122"/>
                <a:cs typeface="Times New Roman" panose="02020603050405020304" pitchFamily="18" charset="0"/>
              </a:rPr>
              <a:t>2    poutcome  0.019000</a:t>
            </a:r>
          </a:p>
          <a:p>
            <a:pPr algn="just"/>
            <a:r>
              <a:rPr lang="en-US" altLang="zh-CN" sz="1400">
                <a:effectLst/>
                <a:latin typeface="Consolas" panose="020B0609020204030204" pitchFamily="49" charset="0"/>
                <a:ea typeface="等线" panose="02010600030101010101" pitchFamily="2" charset="-122"/>
                <a:cs typeface="Times New Roman" panose="02020603050405020304" pitchFamily="18" charset="0"/>
              </a:rPr>
              <a:t>3         day  0.016388</a:t>
            </a:r>
          </a:p>
          <a:p>
            <a:pPr algn="just"/>
            <a:r>
              <a:rPr lang="en-US" altLang="zh-CN" sz="1400">
                <a:effectLst/>
                <a:latin typeface="Consolas" panose="020B0609020204030204" pitchFamily="49" charset="0"/>
                <a:ea typeface="等线" panose="02010600030101010101" pitchFamily="2" charset="-122"/>
                <a:cs typeface="Times New Roman" panose="02020603050405020304" pitchFamily="18" charset="0"/>
              </a:rPr>
              <a:t>4   education  0.016000</a:t>
            </a:r>
          </a:p>
          <a:p>
            <a:pPr algn="just"/>
            <a:r>
              <a:rPr lang="en-US" altLang="zh-CN" sz="1400">
                <a:effectLst/>
                <a:latin typeface="Consolas" panose="020B0609020204030204" pitchFamily="49" charset="0"/>
                <a:ea typeface="等线" panose="02010600030101010101" pitchFamily="2" charset="-122"/>
                <a:cs typeface="Times New Roman" panose="02020603050405020304" pitchFamily="18" charset="0"/>
              </a:rPr>
              <a:t>5     contact  0.014000</a:t>
            </a:r>
          </a:p>
          <a:p>
            <a:pPr algn="just"/>
            <a:r>
              <a:rPr lang="en-US" altLang="zh-CN" sz="1400">
                <a:effectLst/>
                <a:latin typeface="Consolas" panose="020B0609020204030204" pitchFamily="49" charset="0"/>
                <a:ea typeface="等线" panose="02010600030101010101" pitchFamily="2" charset="-122"/>
                <a:cs typeface="Times New Roman" panose="02020603050405020304" pitchFamily="18" charset="0"/>
              </a:rPr>
              <a:t>6     marital  0.013000</a:t>
            </a:r>
          </a:p>
          <a:p>
            <a:pPr algn="just"/>
            <a:r>
              <a:rPr lang="en-US" altLang="zh-CN" sz="1400">
                <a:effectLst/>
                <a:latin typeface="Consolas" panose="020B0609020204030204" pitchFamily="49" charset="0"/>
                <a:ea typeface="等线" panose="02010600030101010101" pitchFamily="2" charset="-122"/>
                <a:cs typeface="Times New Roman" panose="02020603050405020304" pitchFamily="18" charset="0"/>
              </a:rPr>
              <a:t>7        loan  0.012000</a:t>
            </a:r>
          </a:p>
          <a:p>
            <a:pPr algn="just"/>
            <a:r>
              <a:rPr lang="en-US" altLang="zh-CN" sz="1400">
                <a:effectLst/>
                <a:latin typeface="Consolas" panose="020B0609020204030204" pitchFamily="49" charset="0"/>
                <a:ea typeface="等线" panose="02010600030101010101" pitchFamily="2" charset="-122"/>
                <a:cs typeface="Times New Roman" panose="02020603050405020304" pitchFamily="18" charset="0"/>
              </a:rPr>
              <a:t>8     default  0.009000</a:t>
            </a:r>
          </a:p>
          <a:p>
            <a:pPr algn="just"/>
            <a:r>
              <a:rPr lang="en-US" altLang="zh-CN" sz="1400">
                <a:effectLst/>
                <a:latin typeface="Consolas" panose="020B0609020204030204" pitchFamily="49" charset="0"/>
                <a:ea typeface="等线" panose="02010600030101010101" pitchFamily="2" charset="-122"/>
                <a:cs typeface="Times New Roman" panose="02020603050405020304" pitchFamily="18" charset="0"/>
              </a:rPr>
              <a:t>9    duration  0.008805</a:t>
            </a:r>
          </a:p>
          <a:p>
            <a:pPr algn="just"/>
            <a:r>
              <a:rPr lang="en-US" altLang="zh-CN" sz="1400">
                <a:effectLst/>
                <a:latin typeface="Consolas" panose="020B0609020204030204" pitchFamily="49" charset="0"/>
                <a:ea typeface="等线" panose="02010600030101010101" pitchFamily="2" charset="-122"/>
                <a:cs typeface="Times New Roman" panose="02020603050405020304" pitchFamily="18" charset="0"/>
              </a:rPr>
              <a:t>10        age  0.005954</a:t>
            </a:r>
          </a:p>
          <a:p>
            <a:pPr algn="just"/>
            <a:r>
              <a:rPr lang="en-US" altLang="zh-CN" sz="1400">
                <a:effectLst/>
                <a:latin typeface="Consolas" panose="020B0609020204030204" pitchFamily="49" charset="0"/>
                <a:ea typeface="等线" panose="02010600030101010101" pitchFamily="2" charset="-122"/>
                <a:cs typeface="Times New Roman" panose="02020603050405020304" pitchFamily="18" charset="0"/>
              </a:rPr>
              <a:t>11    housing  0.005000</a:t>
            </a:r>
          </a:p>
          <a:p>
            <a:pPr algn="just"/>
            <a:r>
              <a:rPr lang="en-US" altLang="zh-CN" sz="1400">
                <a:effectLst/>
                <a:latin typeface="Consolas" panose="020B0609020204030204" pitchFamily="49" charset="0"/>
                <a:ea typeface="等线" panose="02010600030101010101" pitchFamily="2" charset="-122"/>
                <a:cs typeface="Times New Roman" panose="02020603050405020304" pitchFamily="18" charset="0"/>
              </a:rPr>
              <a:t>12   campaign  0.001429</a:t>
            </a:r>
          </a:p>
          <a:p>
            <a:pPr algn="just"/>
            <a:r>
              <a:rPr lang="en-US" altLang="zh-CN" sz="1400">
                <a:effectLst/>
                <a:latin typeface="Consolas" panose="020B0609020204030204" pitchFamily="49" charset="0"/>
                <a:ea typeface="等线" panose="02010600030101010101" pitchFamily="2" charset="-122"/>
                <a:cs typeface="Times New Roman" panose="02020603050405020304" pitchFamily="18" charset="0"/>
              </a:rPr>
              <a:t>13    balance  0.000401</a:t>
            </a:r>
          </a:p>
          <a:p>
            <a:pPr algn="just"/>
            <a:r>
              <a:rPr lang="en-US" altLang="zh-CN" sz="1400">
                <a:effectLst/>
                <a:latin typeface="Consolas" panose="020B0609020204030204" pitchFamily="49" charset="0"/>
                <a:ea typeface="等线" panose="02010600030101010101" pitchFamily="2" charset="-122"/>
                <a:cs typeface="Times New Roman" panose="02020603050405020304" pitchFamily="18" charset="0"/>
              </a:rPr>
              <a:t>14      pdays  0.000126</a:t>
            </a:r>
          </a:p>
          <a:p>
            <a:pPr algn="just"/>
            <a:r>
              <a:rPr lang="en-US" altLang="zh-CN" sz="1400">
                <a:effectLst/>
                <a:latin typeface="Consolas" panose="020B0609020204030204" pitchFamily="49" charset="0"/>
                <a:ea typeface="等线" panose="02010600030101010101" pitchFamily="2" charset="-122"/>
                <a:cs typeface="Times New Roman" panose="02020603050405020304" pitchFamily="18" charset="0"/>
              </a:rPr>
              <a:t>15   previous  0.000026</a:t>
            </a:r>
          </a:p>
          <a:p>
            <a:pPr algn="just"/>
            <a:endParaRPr lang="en-US" altLang="zh-CN" sz="1400">
              <a:effectLst/>
              <a:latin typeface="Consolas" panose="020B0609020204030204" pitchFamily="49" charset="0"/>
              <a:ea typeface="等线" panose="02010600030101010101" pitchFamily="2" charset="-122"/>
              <a:cs typeface="Times New Roman" panose="02020603050405020304" pitchFamily="18" charset="0"/>
            </a:endParaRPr>
          </a:p>
          <a:p>
            <a:pPr algn="just"/>
            <a:r>
              <a:rPr lang="en-US" altLang="zh-CN" sz="1400">
                <a:effectLst/>
                <a:latin typeface="Consolas" panose="020B0609020204030204" pitchFamily="49" charset="0"/>
                <a:ea typeface="等线" panose="02010600030101010101" pitchFamily="2" charset="-122"/>
                <a:cs typeface="Times New Roman" panose="02020603050405020304" pitchFamily="18" charset="0"/>
              </a:rPr>
              <a:t>Top-5 </a:t>
            </a:r>
            <a:r>
              <a:rPr lang="zh-CN" altLang="en-US" sz="1400">
                <a:effectLst/>
                <a:latin typeface="Consolas" panose="020B0609020204030204" pitchFamily="49" charset="0"/>
                <a:ea typeface="等线" panose="02010600030101010101" pitchFamily="2" charset="-122"/>
                <a:cs typeface="Times New Roman" panose="02020603050405020304" pitchFamily="18" charset="0"/>
              </a:rPr>
              <a:t>特征：</a:t>
            </a:r>
          </a:p>
          <a:p>
            <a:pPr algn="just"/>
            <a:r>
              <a:rPr lang="en-US" altLang="zh-CN" sz="1400">
                <a:effectLst/>
                <a:latin typeface="Consolas" panose="020B0609020204030204" pitchFamily="49" charset="0"/>
                <a:ea typeface="等线" panose="02010600030101010101" pitchFamily="2" charset="-122"/>
                <a:cs typeface="Times New Roman" panose="02020603050405020304" pitchFamily="18" charset="0"/>
              </a:rPr>
              <a:t>['job', 'month', 'poutcome', 'day', 'education']</a:t>
            </a:r>
            <a:endParaRPr lang="en-US" altLang="zh-CN" sz="1400" dirty="0">
              <a:effectLst/>
              <a:latin typeface="Consolas" panose="020B0609020204030204" pitchFamily="49" charset="0"/>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917078075"/>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9B01B3-1703-4AAD-8577-CC5A894D4BAA}"/>
              </a:ext>
            </a:extLst>
          </p:cNvPr>
          <p:cNvSpPr>
            <a:spLocks noGrp="1"/>
          </p:cNvSpPr>
          <p:nvPr>
            <p:ph type="title"/>
          </p:nvPr>
        </p:nvSpPr>
        <p:spPr/>
        <p:txBody>
          <a:bodyPr/>
          <a:lstStyle/>
          <a:p>
            <a:r>
              <a:rPr lang="en-US" altLang="zh-CN" b="1">
                <a:solidFill>
                  <a:srgbClr val="213F79"/>
                </a:solidFill>
                <a:effectLst>
                  <a:innerShdw blurRad="63500" dist="50800" dir="13500000">
                    <a:prstClr val="black">
                      <a:alpha val="50000"/>
                    </a:prstClr>
                  </a:innerShdw>
                </a:effectLst>
                <a:latin typeface="方正兰亭特黑简体" panose="02000000000000000000" pitchFamily="2" charset="-122"/>
                <a:ea typeface="方正兰亭特黑简体" panose="02000000000000000000" pitchFamily="2" charset="-122"/>
              </a:rPr>
              <a:t>LVW</a:t>
            </a:r>
            <a:r>
              <a:rPr lang="zh-CN" altLang="en-US" b="1">
                <a:solidFill>
                  <a:srgbClr val="213F79"/>
                </a:solidFill>
                <a:effectLst>
                  <a:innerShdw blurRad="63500" dist="50800" dir="13500000">
                    <a:prstClr val="black">
                      <a:alpha val="50000"/>
                    </a:prstClr>
                  </a:innerShdw>
                </a:effectLst>
                <a:latin typeface="方正兰亭特黑简体" panose="02000000000000000000" pitchFamily="2" charset="-122"/>
                <a:ea typeface="方正兰亭特黑简体" panose="02000000000000000000" pitchFamily="2" charset="-122"/>
              </a:rPr>
              <a:t>包裹式特征选择算法</a:t>
            </a:r>
            <a:endParaRPr lang="zh-CN" altLang="en-US" b="1" dirty="0"/>
          </a:p>
        </p:txBody>
      </p:sp>
      <p:sp>
        <p:nvSpPr>
          <p:cNvPr id="3" name="灯片编号占位符 2">
            <a:extLst>
              <a:ext uri="{FF2B5EF4-FFF2-40B4-BE49-F238E27FC236}">
                <a16:creationId xmlns:a16="http://schemas.microsoft.com/office/drawing/2014/main" id="{4B132BC8-1F84-4D84-B630-545DACCD087B}"/>
              </a:ext>
            </a:extLst>
          </p:cNvPr>
          <p:cNvSpPr>
            <a:spLocks noGrp="1"/>
          </p:cNvSpPr>
          <p:nvPr>
            <p:ph type="sldNum" sz="quarter" idx="10"/>
          </p:nvPr>
        </p:nvSpPr>
        <p:spPr/>
        <p:txBody>
          <a:bodyPr/>
          <a:lstStyle/>
          <a:p>
            <a:fld id="{BC2BB865-BE3C-4DEF-84E9-D9349E7A4EF9}" type="slidenum">
              <a:rPr lang="zh-CN" altLang="en-US" smtClean="0"/>
              <a:pPr/>
              <a:t>8</a:t>
            </a:fld>
            <a:endParaRPr lang="zh-CN" altLang="en-US"/>
          </a:p>
        </p:txBody>
      </p:sp>
      <p:sp>
        <p:nvSpPr>
          <p:cNvPr id="9" name="文本框 8">
            <a:extLst>
              <a:ext uri="{FF2B5EF4-FFF2-40B4-BE49-F238E27FC236}">
                <a16:creationId xmlns:a16="http://schemas.microsoft.com/office/drawing/2014/main" id="{42FDDA9D-022B-692D-CCD5-C2EAEFDB8FB1}"/>
              </a:ext>
            </a:extLst>
          </p:cNvPr>
          <p:cNvSpPr txBox="1"/>
          <p:nvPr/>
        </p:nvSpPr>
        <p:spPr>
          <a:xfrm>
            <a:off x="1013178" y="1070254"/>
            <a:ext cx="9598378" cy="1200329"/>
          </a:xfrm>
          <a:prstGeom prst="rect">
            <a:avLst/>
          </a:prstGeom>
          <a:noFill/>
        </p:spPr>
        <p:txBody>
          <a:bodyPr wrap="square">
            <a:spAutoFit/>
          </a:bodyPr>
          <a:lstStyle/>
          <a:p>
            <a:pPr algn="just"/>
            <a:r>
              <a:rPr lang="en-US" altLang="zh-CN" sz="1800" b="0" i="0" u="none" strike="noStrike" baseline="0">
                <a:latin typeface="Times New Roman" panose="02020603050405020304" pitchFamily="18" charset="0"/>
              </a:rPr>
              <a:t>LVW</a:t>
            </a:r>
            <a:r>
              <a:rPr lang="zh-CN" altLang="en-US">
                <a:latin typeface="Times New Roman" panose="02020603050405020304" pitchFamily="18" charset="0"/>
                <a:ea typeface="等线" panose="02010600030101010101" pitchFamily="2" charset="-122"/>
                <a:cs typeface="Times New Roman" panose="02020603050405020304" pitchFamily="18" charset="0"/>
              </a:rPr>
              <a:t>：</a:t>
            </a:r>
            <a:endParaRPr lang="en-US" altLang="zh-CN" dirty="0">
              <a:latin typeface="Times New Roman" panose="02020603050405020304" pitchFamily="18" charset="0"/>
              <a:ea typeface="等线" panose="02010600030101010101" pitchFamily="2" charset="-122"/>
              <a:cs typeface="Times New Roman" panose="02020603050405020304" pitchFamily="18" charset="0"/>
            </a:endParaRPr>
          </a:p>
          <a:p>
            <a:pPr algn="just"/>
            <a:r>
              <a:rPr lang="en-US" altLang="zh-CN">
                <a:latin typeface="Times New Roman" panose="02020603050405020304" pitchFamily="18" charset="0"/>
                <a:ea typeface="等线" panose="02010600030101010101" pitchFamily="2" charset="-122"/>
                <a:cs typeface="Times New Roman" panose="02020603050405020304" pitchFamily="18" charset="0"/>
              </a:rPr>
              <a:t>LVW(Las Vegas Wrapper)</a:t>
            </a:r>
            <a:r>
              <a:rPr lang="zh-CN" altLang="en-US">
                <a:latin typeface="Times New Roman" panose="02020603050405020304" pitchFamily="18" charset="0"/>
                <a:ea typeface="等线" panose="02010600030101010101" pitchFamily="2" charset="-122"/>
                <a:cs typeface="Times New Roman" panose="02020603050405020304" pitchFamily="18" charset="0"/>
              </a:rPr>
              <a:t>是一个典型的包裹式特征选择方法。它在拉斯维加斯方法</a:t>
            </a:r>
            <a:r>
              <a:rPr lang="en-US" altLang="zh-CN">
                <a:latin typeface="Times New Roman" panose="02020603050405020304" pitchFamily="18" charset="0"/>
                <a:ea typeface="等线" panose="02010600030101010101" pitchFamily="2" charset="-122"/>
                <a:cs typeface="Times New Roman" panose="02020603050405020304" pitchFamily="18" charset="0"/>
              </a:rPr>
              <a:t>(Las Vegas method)</a:t>
            </a:r>
            <a:r>
              <a:rPr lang="zh-CN" altLang="en-US">
                <a:latin typeface="Times New Roman" panose="02020603050405020304" pitchFamily="18" charset="0"/>
                <a:ea typeface="等线" panose="02010600030101010101" pitchFamily="2" charset="-122"/>
                <a:cs typeface="Times New Roman" panose="02020603050405020304" pitchFamily="18" charset="0"/>
              </a:rPr>
              <a:t>框架下使用随机策略来进行子集搜索，并以最终分类器的误差为特征子集评价准则。</a:t>
            </a:r>
            <a:endParaRPr lang="en-US" altLang="zh-CN">
              <a:latin typeface="Times New Roman" panose="02020603050405020304" pitchFamily="18" charset="0"/>
              <a:ea typeface="等线" panose="02010600030101010101" pitchFamily="2" charset="-122"/>
              <a:cs typeface="Times New Roman" panose="02020603050405020304" pitchFamily="18" charset="0"/>
            </a:endParaRPr>
          </a:p>
          <a:p>
            <a:pPr algn="just"/>
            <a:endParaRPr lang="en-US" altLang="zh-CN" dirty="0"/>
          </a:p>
        </p:txBody>
      </p:sp>
      <p:pic>
        <p:nvPicPr>
          <p:cNvPr id="8" name="图片 7">
            <a:extLst>
              <a:ext uri="{FF2B5EF4-FFF2-40B4-BE49-F238E27FC236}">
                <a16:creationId xmlns:a16="http://schemas.microsoft.com/office/drawing/2014/main" id="{3002DF7F-CE9C-3D6F-C97D-CBD2569DB8B5}"/>
              </a:ext>
            </a:extLst>
          </p:cNvPr>
          <p:cNvPicPr>
            <a:picLocks noChangeAspect="1"/>
          </p:cNvPicPr>
          <p:nvPr/>
        </p:nvPicPr>
        <p:blipFill>
          <a:blip r:embed="rId3"/>
          <a:stretch>
            <a:fillRect/>
          </a:stretch>
        </p:blipFill>
        <p:spPr>
          <a:xfrm>
            <a:off x="4006582" y="1994978"/>
            <a:ext cx="4178835" cy="4789543"/>
          </a:xfrm>
          <a:prstGeom prst="rect">
            <a:avLst/>
          </a:prstGeom>
        </p:spPr>
      </p:pic>
    </p:spTree>
    <p:extLst>
      <p:ext uri="{BB962C8B-B14F-4D97-AF65-F5344CB8AC3E}">
        <p14:creationId xmlns:p14="http://schemas.microsoft.com/office/powerpoint/2010/main" val="3824017676"/>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44E31E4A-7299-0FD5-AFC6-20EE9FD9E64C}"/>
              </a:ext>
            </a:extLst>
          </p:cNvPr>
          <p:cNvPicPr>
            <a:picLocks noChangeAspect="1"/>
          </p:cNvPicPr>
          <p:nvPr/>
        </p:nvPicPr>
        <p:blipFill>
          <a:blip r:embed="rId3"/>
          <a:stretch>
            <a:fillRect/>
          </a:stretch>
        </p:blipFill>
        <p:spPr>
          <a:xfrm>
            <a:off x="6829736" y="704101"/>
            <a:ext cx="5305114" cy="6080420"/>
          </a:xfrm>
          <a:prstGeom prst="rect">
            <a:avLst/>
          </a:prstGeom>
        </p:spPr>
      </p:pic>
      <p:sp>
        <p:nvSpPr>
          <p:cNvPr id="2" name="标题 1">
            <a:extLst>
              <a:ext uri="{FF2B5EF4-FFF2-40B4-BE49-F238E27FC236}">
                <a16:creationId xmlns:a16="http://schemas.microsoft.com/office/drawing/2014/main" id="{059B01B3-1703-4AAD-8577-CC5A894D4BAA}"/>
              </a:ext>
            </a:extLst>
          </p:cNvPr>
          <p:cNvSpPr>
            <a:spLocks noGrp="1"/>
          </p:cNvSpPr>
          <p:nvPr>
            <p:ph type="title"/>
          </p:nvPr>
        </p:nvSpPr>
        <p:spPr/>
        <p:txBody>
          <a:bodyPr/>
          <a:lstStyle/>
          <a:p>
            <a:r>
              <a:rPr lang="en-US" altLang="zh-CN" b="1">
                <a:solidFill>
                  <a:srgbClr val="213F79"/>
                </a:solidFill>
                <a:effectLst>
                  <a:innerShdw blurRad="63500" dist="50800" dir="13500000">
                    <a:prstClr val="black">
                      <a:alpha val="50000"/>
                    </a:prstClr>
                  </a:innerShdw>
                </a:effectLst>
                <a:latin typeface="方正兰亭特黑简体" panose="02000000000000000000" pitchFamily="2" charset="-122"/>
                <a:ea typeface="方正兰亭特黑简体" panose="02000000000000000000" pitchFamily="2" charset="-122"/>
              </a:rPr>
              <a:t>LVW</a:t>
            </a:r>
            <a:r>
              <a:rPr lang="zh-CN" altLang="en-US" b="1">
                <a:solidFill>
                  <a:srgbClr val="213F79"/>
                </a:solidFill>
                <a:effectLst>
                  <a:innerShdw blurRad="63500" dist="50800" dir="13500000">
                    <a:prstClr val="black">
                      <a:alpha val="50000"/>
                    </a:prstClr>
                  </a:innerShdw>
                </a:effectLst>
                <a:latin typeface="方正兰亭特黑简体" panose="02000000000000000000" pitchFamily="2" charset="-122"/>
                <a:ea typeface="方正兰亭特黑简体" panose="02000000000000000000" pitchFamily="2" charset="-122"/>
              </a:rPr>
              <a:t>包裹式特征选择算法</a:t>
            </a:r>
            <a:endParaRPr lang="zh-CN" altLang="en-US" b="1" dirty="0"/>
          </a:p>
        </p:txBody>
      </p:sp>
      <p:sp>
        <p:nvSpPr>
          <p:cNvPr id="3" name="灯片编号占位符 2">
            <a:extLst>
              <a:ext uri="{FF2B5EF4-FFF2-40B4-BE49-F238E27FC236}">
                <a16:creationId xmlns:a16="http://schemas.microsoft.com/office/drawing/2014/main" id="{4B132BC8-1F84-4D84-B630-545DACCD087B}"/>
              </a:ext>
            </a:extLst>
          </p:cNvPr>
          <p:cNvSpPr>
            <a:spLocks noGrp="1"/>
          </p:cNvSpPr>
          <p:nvPr>
            <p:ph type="sldNum" sz="quarter" idx="10"/>
          </p:nvPr>
        </p:nvSpPr>
        <p:spPr/>
        <p:txBody>
          <a:bodyPr/>
          <a:lstStyle/>
          <a:p>
            <a:fld id="{BC2BB865-BE3C-4DEF-84E9-D9349E7A4EF9}" type="slidenum">
              <a:rPr lang="zh-CN" altLang="en-US" smtClean="0"/>
              <a:pPr/>
              <a:t>9</a:t>
            </a:fld>
            <a:endParaRPr lang="zh-CN" altLang="en-US"/>
          </a:p>
        </p:txBody>
      </p:sp>
      <p:sp>
        <p:nvSpPr>
          <p:cNvPr id="6" name="文本框 5">
            <a:extLst>
              <a:ext uri="{FF2B5EF4-FFF2-40B4-BE49-F238E27FC236}">
                <a16:creationId xmlns:a16="http://schemas.microsoft.com/office/drawing/2014/main" id="{1C2E059A-E87A-8B8C-01EF-9EB64371E79B}"/>
              </a:ext>
            </a:extLst>
          </p:cNvPr>
          <p:cNvSpPr txBox="1"/>
          <p:nvPr/>
        </p:nvSpPr>
        <p:spPr>
          <a:xfrm>
            <a:off x="1013178" y="1083219"/>
            <a:ext cx="9598378" cy="530915"/>
          </a:xfrm>
          <a:prstGeom prst="rect">
            <a:avLst/>
          </a:prstGeom>
          <a:noFill/>
        </p:spPr>
        <p:txBody>
          <a:bodyPr wrap="square">
            <a:spAutoFit/>
          </a:bodyPr>
          <a:lstStyle/>
          <a:p>
            <a:pPr algn="just"/>
            <a:r>
              <a:rPr lang="zh-CN" altLang="en-US" b="1" dirty="0"/>
              <a:t>关键部分代码</a:t>
            </a:r>
            <a:r>
              <a:rPr lang="zh-CN" altLang="en-US" dirty="0"/>
              <a:t>：</a:t>
            </a:r>
            <a:endParaRPr lang="en-US" altLang="zh-CN" dirty="0"/>
          </a:p>
          <a:p>
            <a:pPr algn="just"/>
            <a:endParaRPr lang="en-US" altLang="zh-CN" sz="1050" dirty="0">
              <a:effectLst/>
              <a:latin typeface="Georgia" panose="02040502050405020303" pitchFamily="18" charset="0"/>
              <a:ea typeface="等线" panose="02010600030101010101" pitchFamily="2" charset="-122"/>
              <a:cs typeface="Times New Roman" panose="02020603050405020304" pitchFamily="18" charset="0"/>
            </a:endParaRPr>
          </a:p>
        </p:txBody>
      </p:sp>
      <p:pic>
        <p:nvPicPr>
          <p:cNvPr id="9" name="图片 8">
            <a:extLst>
              <a:ext uri="{FF2B5EF4-FFF2-40B4-BE49-F238E27FC236}">
                <a16:creationId xmlns:a16="http://schemas.microsoft.com/office/drawing/2014/main" id="{818E2B11-288F-70DE-6239-CA15FCEFFFA2}"/>
              </a:ext>
            </a:extLst>
          </p:cNvPr>
          <p:cNvPicPr>
            <a:picLocks noChangeAspect="1"/>
          </p:cNvPicPr>
          <p:nvPr/>
        </p:nvPicPr>
        <p:blipFill>
          <a:blip r:embed="rId4"/>
          <a:stretch>
            <a:fillRect/>
          </a:stretch>
        </p:blipFill>
        <p:spPr>
          <a:xfrm>
            <a:off x="230244" y="1412875"/>
            <a:ext cx="6599492" cy="5220152"/>
          </a:xfrm>
          <a:prstGeom prst="rect">
            <a:avLst/>
          </a:prstGeom>
        </p:spPr>
      </p:pic>
    </p:spTree>
    <p:extLst>
      <p:ext uri="{BB962C8B-B14F-4D97-AF65-F5344CB8AC3E}">
        <p14:creationId xmlns:p14="http://schemas.microsoft.com/office/powerpoint/2010/main" val="804575814"/>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9B01B3-1703-4AAD-8577-CC5A894D4BAA}"/>
              </a:ext>
            </a:extLst>
          </p:cNvPr>
          <p:cNvSpPr>
            <a:spLocks noGrp="1"/>
          </p:cNvSpPr>
          <p:nvPr>
            <p:ph type="title"/>
          </p:nvPr>
        </p:nvSpPr>
        <p:spPr/>
        <p:txBody>
          <a:bodyPr/>
          <a:lstStyle/>
          <a:p>
            <a:r>
              <a:rPr lang="en-US" altLang="zh-CN" b="1">
                <a:solidFill>
                  <a:srgbClr val="213F79"/>
                </a:solidFill>
                <a:effectLst>
                  <a:innerShdw blurRad="63500" dist="50800" dir="13500000">
                    <a:prstClr val="black">
                      <a:alpha val="50000"/>
                    </a:prstClr>
                  </a:innerShdw>
                </a:effectLst>
                <a:latin typeface="方正兰亭特黑简体" panose="02000000000000000000" pitchFamily="2" charset="-122"/>
                <a:ea typeface="方正兰亭特黑简体" panose="02000000000000000000" pitchFamily="2" charset="-122"/>
              </a:rPr>
              <a:t>LVW</a:t>
            </a:r>
            <a:r>
              <a:rPr lang="zh-CN" altLang="en-US" b="1">
                <a:solidFill>
                  <a:srgbClr val="213F79"/>
                </a:solidFill>
                <a:effectLst>
                  <a:innerShdw blurRad="63500" dist="50800" dir="13500000">
                    <a:prstClr val="black">
                      <a:alpha val="50000"/>
                    </a:prstClr>
                  </a:innerShdw>
                </a:effectLst>
                <a:latin typeface="方正兰亭特黑简体" panose="02000000000000000000" pitchFamily="2" charset="-122"/>
                <a:ea typeface="方正兰亭特黑简体" panose="02000000000000000000" pitchFamily="2" charset="-122"/>
              </a:rPr>
              <a:t>包裹式特征选择算法</a:t>
            </a:r>
            <a:endParaRPr lang="zh-CN" altLang="en-US" b="1" dirty="0"/>
          </a:p>
        </p:txBody>
      </p:sp>
      <p:sp>
        <p:nvSpPr>
          <p:cNvPr id="3" name="灯片编号占位符 2">
            <a:extLst>
              <a:ext uri="{FF2B5EF4-FFF2-40B4-BE49-F238E27FC236}">
                <a16:creationId xmlns:a16="http://schemas.microsoft.com/office/drawing/2014/main" id="{4B132BC8-1F84-4D84-B630-545DACCD087B}"/>
              </a:ext>
            </a:extLst>
          </p:cNvPr>
          <p:cNvSpPr>
            <a:spLocks noGrp="1"/>
          </p:cNvSpPr>
          <p:nvPr>
            <p:ph type="sldNum" sz="quarter" idx="10"/>
          </p:nvPr>
        </p:nvSpPr>
        <p:spPr/>
        <p:txBody>
          <a:bodyPr/>
          <a:lstStyle/>
          <a:p>
            <a:fld id="{BC2BB865-BE3C-4DEF-84E9-D9349E7A4EF9}" type="slidenum">
              <a:rPr lang="zh-CN" altLang="en-US" smtClean="0"/>
              <a:pPr/>
              <a:t>10</a:t>
            </a:fld>
            <a:endParaRPr lang="zh-CN" altLang="en-US"/>
          </a:p>
        </p:txBody>
      </p:sp>
      <p:sp>
        <p:nvSpPr>
          <p:cNvPr id="4" name="文本框 3">
            <a:extLst>
              <a:ext uri="{FF2B5EF4-FFF2-40B4-BE49-F238E27FC236}">
                <a16:creationId xmlns:a16="http://schemas.microsoft.com/office/drawing/2014/main" id="{020A9F26-197D-5FC8-B4A5-968816CE98FB}"/>
              </a:ext>
            </a:extLst>
          </p:cNvPr>
          <p:cNvSpPr txBox="1"/>
          <p:nvPr/>
        </p:nvSpPr>
        <p:spPr>
          <a:xfrm>
            <a:off x="1013178" y="1070254"/>
            <a:ext cx="10422533" cy="4585871"/>
          </a:xfrm>
          <a:prstGeom prst="rect">
            <a:avLst/>
          </a:prstGeom>
          <a:noFill/>
        </p:spPr>
        <p:txBody>
          <a:bodyPr wrap="square">
            <a:spAutoFit/>
          </a:bodyPr>
          <a:lstStyle/>
          <a:p>
            <a:pPr algn="just"/>
            <a:r>
              <a:rPr lang="zh-CN" altLang="en-US" b="1" dirty="0"/>
              <a:t>结果</a:t>
            </a:r>
            <a:r>
              <a:rPr lang="zh-CN" altLang="en-US" b="1"/>
              <a:t>展示：</a:t>
            </a:r>
            <a:endParaRPr lang="en-US" altLang="zh-CN" b="1"/>
          </a:p>
          <a:p>
            <a:pPr algn="just"/>
            <a:endParaRPr lang="en-US" altLang="zh-CN" b="1"/>
          </a:p>
          <a:p>
            <a:pPr latinLnBrk="1"/>
            <a:r>
              <a:rPr lang="zh-CN" altLang="en-US" sz="1600">
                <a:effectLst/>
                <a:latin typeface="Consolas" panose="020B0609020204030204" pitchFamily="49" charset="0"/>
                <a:ea typeface="等线" panose="02010600030101010101" pitchFamily="2" charset="-122"/>
                <a:cs typeface="Times New Roman" panose="02020603050405020304" pitchFamily="18" charset="0"/>
              </a:rPr>
              <a:t>更新最优子集</a:t>
            </a:r>
            <a:r>
              <a:rPr lang="en-US" altLang="zh-CN" sz="1600">
                <a:effectLst/>
                <a:latin typeface="Consolas" panose="020B0609020204030204" pitchFamily="49" charset="0"/>
                <a:ea typeface="等线" panose="02010600030101010101" pitchFamily="2" charset="-122"/>
                <a:cs typeface="Times New Roman" panose="02020603050405020304" pitchFamily="18" charset="0"/>
              </a:rPr>
              <a:t>: error=0.1080, feature_num=7, features=['job', 'default', 'contact', 'day', 'month', 'previous', 'poutcome']</a:t>
            </a:r>
          </a:p>
          <a:p>
            <a:pPr latinLnBrk="1"/>
            <a:r>
              <a:rPr lang="zh-CN" altLang="en-US" sz="1600">
                <a:effectLst/>
                <a:latin typeface="Consolas" panose="020B0609020204030204" pitchFamily="49" charset="0"/>
                <a:ea typeface="等线" panose="02010600030101010101" pitchFamily="2" charset="-122"/>
                <a:cs typeface="Times New Roman" panose="02020603050405020304" pitchFamily="18" charset="0"/>
              </a:rPr>
              <a:t>更新最优子集</a:t>
            </a:r>
            <a:r>
              <a:rPr lang="en-US" altLang="zh-CN" sz="1600">
                <a:effectLst/>
                <a:latin typeface="Consolas" panose="020B0609020204030204" pitchFamily="49" charset="0"/>
                <a:ea typeface="等线" panose="02010600030101010101" pitchFamily="2" charset="-122"/>
                <a:cs typeface="Times New Roman" panose="02020603050405020304" pitchFamily="18" charset="0"/>
              </a:rPr>
              <a:t>: error=0.1011, feature_num=11, features=['age', 'job', 'marital', 'education', 'default', 'balance', 'housing', 'contact', 'duration', 'previous', 'poutcome']</a:t>
            </a:r>
          </a:p>
          <a:p>
            <a:pPr latinLnBrk="1"/>
            <a:r>
              <a:rPr lang="zh-CN" altLang="en-US" sz="1600">
                <a:effectLst/>
                <a:latin typeface="Consolas" panose="020B0609020204030204" pitchFamily="49" charset="0"/>
                <a:ea typeface="等线" panose="02010600030101010101" pitchFamily="2" charset="-122"/>
                <a:cs typeface="Times New Roman" panose="02020603050405020304" pitchFamily="18" charset="0"/>
              </a:rPr>
              <a:t>更新最优子集</a:t>
            </a:r>
            <a:r>
              <a:rPr lang="en-US" altLang="zh-CN" sz="1600">
                <a:effectLst/>
                <a:latin typeface="Consolas" panose="020B0609020204030204" pitchFamily="49" charset="0"/>
                <a:ea typeface="等线" panose="02010600030101010101" pitchFamily="2" charset="-122"/>
                <a:cs typeface="Times New Roman" panose="02020603050405020304" pitchFamily="18" charset="0"/>
              </a:rPr>
              <a:t>: error=0.1001, feature_num=6, features=['age', 'marital', 'default', 'duration', 'pdays', 'poutcome']</a:t>
            </a:r>
          </a:p>
          <a:p>
            <a:pPr latinLnBrk="1"/>
            <a:r>
              <a:rPr lang="en-US" altLang="zh-CN" sz="1600">
                <a:effectLst/>
                <a:latin typeface="Consolas" panose="020B0609020204030204" pitchFamily="49" charset="0"/>
                <a:ea typeface="等线" panose="02010600030101010101" pitchFamily="2" charset="-122"/>
                <a:cs typeface="Times New Roman" panose="02020603050405020304" pitchFamily="18" charset="0"/>
              </a:rPr>
              <a:t>LVW search: 42it [00:11,  3.54it/s, best_error=0.1001, best_d=6, no_update=20/20] </a:t>
            </a:r>
          </a:p>
          <a:p>
            <a:pPr latinLnBrk="1"/>
            <a:endParaRPr lang="en-US" altLang="zh-CN" sz="1600">
              <a:effectLst/>
              <a:latin typeface="Consolas" panose="020B0609020204030204" pitchFamily="49" charset="0"/>
              <a:ea typeface="等线" panose="02010600030101010101" pitchFamily="2" charset="-122"/>
              <a:cs typeface="Times New Roman" panose="02020603050405020304" pitchFamily="18" charset="0"/>
            </a:endParaRPr>
          </a:p>
          <a:p>
            <a:pPr latinLnBrk="1"/>
            <a:r>
              <a:rPr lang="en-US" altLang="zh-CN" sz="1600">
                <a:effectLst/>
                <a:latin typeface="Consolas" panose="020B0609020204030204" pitchFamily="49" charset="0"/>
                <a:ea typeface="等线" panose="02010600030101010101" pitchFamily="2" charset="-122"/>
                <a:cs typeface="Times New Roman" panose="02020603050405020304" pitchFamily="18" charset="0"/>
              </a:rPr>
              <a:t>LVW </a:t>
            </a:r>
            <a:r>
              <a:rPr lang="zh-CN" altLang="en-US" sz="1600">
                <a:effectLst/>
                <a:latin typeface="Consolas" panose="020B0609020204030204" pitchFamily="49" charset="0"/>
                <a:ea typeface="等线" panose="02010600030101010101" pitchFamily="2" charset="-122"/>
                <a:cs typeface="Times New Roman" panose="02020603050405020304" pitchFamily="18" charset="0"/>
              </a:rPr>
              <a:t>选择的特征子集 </a:t>
            </a:r>
            <a:r>
              <a:rPr lang="en-US" altLang="zh-CN" sz="1600">
                <a:effectLst/>
                <a:latin typeface="Consolas" panose="020B0609020204030204" pitchFamily="49" charset="0"/>
                <a:ea typeface="等线" panose="02010600030101010101" pitchFamily="2" charset="-122"/>
                <a:cs typeface="Times New Roman" panose="02020603050405020304" pitchFamily="18" charset="0"/>
              </a:rPr>
              <a:t>A*</a:t>
            </a:r>
            <a:r>
              <a:rPr lang="zh-CN" altLang="en-US" sz="1600">
                <a:effectLst/>
                <a:latin typeface="Consolas" panose="020B0609020204030204" pitchFamily="49" charset="0"/>
                <a:ea typeface="等线" panose="02010600030101010101" pitchFamily="2" charset="-122"/>
                <a:cs typeface="Times New Roman" panose="02020603050405020304" pitchFamily="18" charset="0"/>
              </a:rPr>
              <a:t>：</a:t>
            </a:r>
          </a:p>
          <a:p>
            <a:pPr latinLnBrk="1"/>
            <a:r>
              <a:rPr lang="en-US" altLang="zh-CN" sz="1600">
                <a:effectLst/>
                <a:latin typeface="Consolas" panose="020B0609020204030204" pitchFamily="49" charset="0"/>
                <a:ea typeface="等线" panose="02010600030101010101" pitchFamily="2" charset="-122"/>
                <a:cs typeface="Times New Roman" panose="02020603050405020304" pitchFamily="18" charset="0"/>
              </a:rPr>
              <a:t>['age', 'marital', 'default', 'duration', 'pdays', 'poutcome']</a:t>
            </a:r>
          </a:p>
          <a:p>
            <a:pPr latinLnBrk="1"/>
            <a:endParaRPr lang="en-US" altLang="zh-CN" sz="1600">
              <a:effectLst/>
              <a:latin typeface="Consolas" panose="020B0609020204030204" pitchFamily="49" charset="0"/>
              <a:ea typeface="等线" panose="02010600030101010101" pitchFamily="2" charset="-122"/>
              <a:cs typeface="Times New Roman" panose="02020603050405020304" pitchFamily="18" charset="0"/>
            </a:endParaRPr>
          </a:p>
          <a:p>
            <a:pPr latinLnBrk="1"/>
            <a:r>
              <a:rPr lang="zh-CN" altLang="en-US" sz="1600">
                <a:effectLst/>
                <a:latin typeface="Consolas" panose="020B0609020204030204" pitchFamily="49" charset="0"/>
                <a:ea typeface="等线" panose="02010600030101010101" pitchFamily="2" charset="-122"/>
                <a:cs typeface="Times New Roman" panose="02020603050405020304" pitchFamily="18" charset="0"/>
              </a:rPr>
              <a:t>最优交叉验证准确率：</a:t>
            </a:r>
          </a:p>
          <a:p>
            <a:pPr latinLnBrk="1"/>
            <a:r>
              <a:rPr lang="en-US" altLang="zh-CN" sz="1600">
                <a:effectLst/>
                <a:latin typeface="Consolas" panose="020B0609020204030204" pitchFamily="49" charset="0"/>
                <a:ea typeface="等线" panose="02010600030101010101" pitchFamily="2" charset="-122"/>
                <a:cs typeface="Times New Roman" panose="02020603050405020304" pitchFamily="18" charset="0"/>
              </a:rPr>
              <a:t>0.8998915403397316</a:t>
            </a:r>
          </a:p>
          <a:p>
            <a:pPr latinLnBrk="1"/>
            <a:endParaRPr lang="en-US" altLang="zh-CN" sz="1600">
              <a:effectLst/>
              <a:latin typeface="Consolas" panose="020B0609020204030204" pitchFamily="49" charset="0"/>
              <a:ea typeface="等线" panose="02010600030101010101" pitchFamily="2" charset="-122"/>
              <a:cs typeface="Times New Roman" panose="02020603050405020304" pitchFamily="18" charset="0"/>
            </a:endParaRPr>
          </a:p>
          <a:p>
            <a:pPr latinLnBrk="1"/>
            <a:r>
              <a:rPr lang="zh-CN" altLang="en-US" sz="1600">
                <a:effectLst/>
                <a:latin typeface="Consolas" panose="020B0609020204030204" pitchFamily="49" charset="0"/>
                <a:ea typeface="等线" panose="02010600030101010101" pitchFamily="2" charset="-122"/>
                <a:cs typeface="Times New Roman" panose="02020603050405020304" pitchFamily="18" charset="0"/>
              </a:rPr>
              <a:t>最优交叉验证错误率：</a:t>
            </a:r>
          </a:p>
          <a:p>
            <a:pPr latinLnBrk="1"/>
            <a:r>
              <a:rPr lang="en-US" altLang="zh-CN" sz="1600">
                <a:effectLst/>
                <a:latin typeface="Consolas" panose="020B0609020204030204" pitchFamily="49" charset="0"/>
                <a:ea typeface="等线" panose="02010600030101010101" pitchFamily="2" charset="-122"/>
                <a:cs typeface="Times New Roman" panose="02020603050405020304" pitchFamily="18" charset="0"/>
              </a:rPr>
              <a:t>0.10010845966026838</a:t>
            </a:r>
            <a:endParaRPr lang="en-US" altLang="zh-CN" sz="1600" dirty="0">
              <a:effectLst/>
              <a:latin typeface="Consolas" panose="020B0609020204030204" pitchFamily="49" charset="0"/>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616711033"/>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3" cstate="print">
            <a:extLst>
              <a:ext uri="{28A0092B-C50C-407E-A947-70E740481C1C}">
                <a14:useLocalDpi xmlns:a14="http://schemas.microsoft.com/office/drawing/2010/main" val="0"/>
              </a:ext>
            </a:extLst>
          </a:blip>
          <a:srcRect l="277" t="-376" r="1097" b="376"/>
          <a:stretch/>
        </p:blipFill>
        <p:spPr>
          <a:xfrm>
            <a:off x="-34506" y="-21214"/>
            <a:ext cx="12249510" cy="6887840"/>
          </a:xfrm>
          <a:prstGeom prst="rect">
            <a:avLst/>
          </a:prstGeom>
        </p:spPr>
      </p:pic>
      <p:sp>
        <p:nvSpPr>
          <p:cNvPr id="3" name="矩形 2"/>
          <p:cNvSpPr/>
          <p:nvPr/>
        </p:nvSpPr>
        <p:spPr>
          <a:xfrm>
            <a:off x="-34506" y="4038600"/>
            <a:ext cx="12249510" cy="2828026"/>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prstClr val="white"/>
              </a:solidFill>
            </a:endParaRPr>
          </a:p>
        </p:txBody>
      </p:sp>
      <p:sp>
        <p:nvSpPr>
          <p:cNvPr id="10" name="Shape 45"/>
          <p:cNvSpPr/>
          <p:nvPr/>
        </p:nvSpPr>
        <p:spPr>
          <a:xfrm>
            <a:off x="2596670" y="4494863"/>
            <a:ext cx="8001969" cy="830997"/>
          </a:xfrm>
          <a:prstGeom prst="rect">
            <a:avLst/>
          </a:prstGeom>
          <a:noFill/>
          <a:ln w="12700">
            <a:noFill/>
            <a:miter lim="400000"/>
          </a:ln>
          <a:effectLst>
            <a:innerShdw blurRad="63500" dist="50800" dir="18900000">
              <a:prstClr val="black">
                <a:alpha val="50000"/>
              </a:prstClr>
            </a:innerShdw>
          </a:effectLst>
        </p:spPr>
        <p:txBody>
          <a:bodyPr wrap="square" lIns="45720" tIns="45720" rIns="45720" bIns="45720">
            <a:spAutoFit/>
          </a:bodyPr>
          <a:lstStyle>
            <a:lvl1pPr algn="l" defTabSz="914400">
              <a:defRPr sz="9000" cap="all" spc="1350">
                <a:solidFill>
                  <a:srgbClr val="3766D7"/>
                </a:solidFill>
                <a:latin typeface="Impact" panose="020B0806030902050204"/>
                <a:ea typeface="Impact" panose="020B0806030902050204"/>
                <a:cs typeface="Impact" panose="020B0806030902050204"/>
                <a:sym typeface="Impact" panose="020B0806030902050204"/>
              </a:defRPr>
            </a:lvl1pPr>
          </a:lstStyle>
          <a:p>
            <a:pPr algn="ctr"/>
            <a:r>
              <a:rPr lang="zh-CN" altLang="en-US" sz="4800" dirty="0">
                <a:solidFill>
                  <a:prstClr val="white"/>
                </a:solidFill>
                <a:effectLst>
                  <a:innerShdw blurRad="63500" dist="50800">
                    <a:prstClr val="black">
                      <a:alpha val="50000"/>
                    </a:prstClr>
                  </a:innerShdw>
                </a:effectLst>
                <a:latin typeface="方正粗黑宋简体" panose="02000000000000000000" pitchFamily="2" charset="-122"/>
                <a:ea typeface="方正粗黑宋简体" panose="02000000000000000000" pitchFamily="2" charset="-122"/>
              </a:rPr>
              <a:t>谢谢！</a:t>
            </a:r>
          </a:p>
        </p:txBody>
      </p:sp>
      <p:grpSp>
        <p:nvGrpSpPr>
          <p:cNvPr id="9" name="组合 45"/>
          <p:cNvGrpSpPr/>
          <p:nvPr/>
        </p:nvGrpSpPr>
        <p:grpSpPr>
          <a:xfrm>
            <a:off x="2153052" y="5359400"/>
            <a:ext cx="7946680" cy="961289"/>
            <a:chOff x="2002264" y="3258103"/>
            <a:chExt cx="8187473" cy="961286"/>
          </a:xfrm>
        </p:grpSpPr>
        <p:sp>
          <p:nvSpPr>
            <p:cNvPr id="17" name="矩形 17"/>
            <p:cNvSpPr>
              <a:spLocks noChangeArrowheads="1"/>
            </p:cNvSpPr>
            <p:nvPr/>
          </p:nvSpPr>
          <p:spPr bwMode="auto">
            <a:xfrm>
              <a:off x="3866722" y="3258103"/>
              <a:ext cx="4395931" cy="961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lnSpc>
                  <a:spcPct val="150000"/>
                </a:lnSpc>
              </a:pPr>
              <a:r>
                <a:rPr lang="zh-CN" altLang="en-US" sz="2000" b="1" dirty="0">
                  <a:solidFill>
                    <a:prstClr val="white"/>
                  </a:solidFill>
                  <a:effectLst>
                    <a:innerShdw blurRad="63500" dist="50800">
                      <a:prstClr val="black">
                        <a:alpha val="50000"/>
                      </a:prstClr>
                    </a:innerShdw>
                  </a:effectLst>
                  <a:latin typeface="微软雅黑"/>
                  <a:ea typeface="微软雅黑"/>
                </a:rPr>
                <a:t>吉林大学人工智能学院</a:t>
              </a:r>
              <a:endParaRPr lang="en-US" altLang="zh-CN" sz="2000" b="1" dirty="0">
                <a:solidFill>
                  <a:prstClr val="white"/>
                </a:solidFill>
                <a:effectLst>
                  <a:innerShdw blurRad="63500" dist="50800">
                    <a:prstClr val="black">
                      <a:alpha val="50000"/>
                    </a:prstClr>
                  </a:innerShdw>
                </a:effectLst>
                <a:latin typeface="微软雅黑"/>
                <a:ea typeface="微软雅黑"/>
              </a:endParaRPr>
            </a:p>
            <a:p>
              <a:pPr algn="ctr">
                <a:lnSpc>
                  <a:spcPct val="150000"/>
                </a:lnSpc>
              </a:pPr>
              <a:r>
                <a:rPr lang="zh-CN" altLang="en-US" sz="2000" b="1">
                  <a:solidFill>
                    <a:prstClr val="white"/>
                  </a:solidFill>
                  <a:effectLst>
                    <a:innerShdw blurRad="63500" dist="50800">
                      <a:prstClr val="black">
                        <a:alpha val="50000"/>
                      </a:prstClr>
                    </a:innerShdw>
                  </a:effectLst>
                  <a:latin typeface="微软雅黑"/>
                  <a:ea typeface="微软雅黑"/>
                </a:rPr>
                <a:t>王一立、王若冰</a:t>
              </a:r>
              <a:endParaRPr lang="en-US" altLang="zh-CN" sz="2000" b="1">
                <a:solidFill>
                  <a:prstClr val="white"/>
                </a:solidFill>
                <a:effectLst>
                  <a:innerShdw blurRad="63500" dist="50800">
                    <a:prstClr val="black">
                      <a:alpha val="50000"/>
                    </a:prstClr>
                  </a:innerShdw>
                </a:effectLst>
                <a:latin typeface="微软雅黑"/>
                <a:ea typeface="微软雅黑"/>
              </a:endParaRPr>
            </a:p>
          </p:txBody>
        </p:sp>
        <p:cxnSp>
          <p:nvCxnSpPr>
            <p:cNvPr id="18" name="直接连接符 13"/>
            <p:cNvCxnSpPr/>
            <p:nvPr/>
          </p:nvCxnSpPr>
          <p:spPr bwMode="auto">
            <a:xfrm>
              <a:off x="2002264" y="3705778"/>
              <a:ext cx="2329187" cy="0"/>
            </a:xfrm>
            <a:prstGeom prst="line">
              <a:avLst/>
            </a:prstGeom>
            <a:noFill/>
            <a:ln w="12700" cap="flat" cmpd="sng" algn="ctr">
              <a:solidFill>
                <a:schemeClr val="bg1"/>
              </a:solidFill>
              <a:prstDash val="solid"/>
            </a:ln>
            <a:effectLst/>
          </p:spPr>
        </p:cxnSp>
        <p:cxnSp>
          <p:nvCxnSpPr>
            <p:cNvPr id="19" name="直接连接符 14"/>
            <p:cNvCxnSpPr/>
            <p:nvPr/>
          </p:nvCxnSpPr>
          <p:spPr bwMode="auto">
            <a:xfrm>
              <a:off x="7828119" y="3705778"/>
              <a:ext cx="2361618" cy="0"/>
            </a:xfrm>
            <a:prstGeom prst="line">
              <a:avLst/>
            </a:prstGeom>
            <a:noFill/>
            <a:ln w="12700" cap="flat" cmpd="sng" algn="ctr">
              <a:solidFill>
                <a:schemeClr val="bg1"/>
              </a:solidFill>
              <a:prstDash val="solid"/>
            </a:ln>
            <a:effectLst/>
          </p:spPr>
        </p:cxnSp>
      </p:grpSp>
      <p:pic>
        <p:nvPicPr>
          <p:cNvPr id="20" name="图片 19"/>
          <p:cNvPicPr>
            <a:picLocks noChangeAspect="1"/>
          </p:cNvPicPr>
          <p:nvPr/>
        </p:nvPicPr>
        <p:blipFill rotWithShape="1">
          <a:blip r:embed="rId4" cstate="print">
            <a:extLst>
              <a:ext uri="{28A0092B-C50C-407E-A947-70E740481C1C}">
                <a14:useLocalDpi xmlns:a14="http://schemas.microsoft.com/office/drawing/2010/main" val="0"/>
              </a:ext>
            </a:extLst>
          </a:blip>
          <a:srcRect t="11218" r="55688" b="42178"/>
          <a:stretch/>
        </p:blipFill>
        <p:spPr>
          <a:xfrm flipH="1">
            <a:off x="1727201" y="685800"/>
            <a:ext cx="1118396" cy="1422400"/>
          </a:xfrm>
          <a:prstGeom prst="rect">
            <a:avLst/>
          </a:prstGeom>
        </p:spPr>
      </p:pic>
      <p:pic>
        <p:nvPicPr>
          <p:cNvPr id="14" name="图片 13"/>
          <p:cNvPicPr>
            <a:picLocks noChangeAspect="1"/>
          </p:cNvPicPr>
          <p:nvPr/>
        </p:nvPicPr>
        <p:blipFill rotWithShape="1">
          <a:blip r:embed="rId5" cstate="print">
            <a:extLst>
              <a:ext uri="{28A0092B-C50C-407E-A947-70E740481C1C}">
                <a14:useLocalDpi xmlns:a14="http://schemas.microsoft.com/office/drawing/2010/main" val="0"/>
              </a:ext>
            </a:extLst>
          </a:blip>
          <a:srcRect l="15236" t="40799" r="31019" b="39942"/>
          <a:stretch/>
        </p:blipFill>
        <p:spPr>
          <a:xfrm>
            <a:off x="7874000" y="1348059"/>
            <a:ext cx="3048000" cy="1320800"/>
          </a:xfrm>
          <a:prstGeom prst="rect">
            <a:avLst/>
          </a:prstGeom>
        </p:spPr>
      </p:pic>
      <p:pic>
        <p:nvPicPr>
          <p:cNvPr id="15" name="图片 14"/>
          <p:cNvPicPr>
            <a:picLocks noChangeAspect="1"/>
          </p:cNvPicPr>
          <p:nvPr/>
        </p:nvPicPr>
        <p:blipFill rotWithShape="1">
          <a:blip r:embed="rId6" cstate="print">
            <a:extLst>
              <a:ext uri="{28A0092B-C50C-407E-A947-70E740481C1C}">
                <a14:useLocalDpi xmlns:a14="http://schemas.microsoft.com/office/drawing/2010/main" val="0"/>
              </a:ext>
            </a:extLst>
          </a:blip>
          <a:srcRect l="58067" t="73966" b="11219"/>
          <a:stretch/>
        </p:blipFill>
        <p:spPr>
          <a:xfrm>
            <a:off x="505178" y="1026073"/>
            <a:ext cx="1137053" cy="485779"/>
          </a:xfrm>
          <a:prstGeom prst="rect">
            <a:avLst/>
          </a:prstGeom>
        </p:spPr>
      </p:pic>
      <p:pic>
        <p:nvPicPr>
          <p:cNvPr id="22" name="图片 21"/>
          <p:cNvPicPr>
            <a:picLocks noChangeAspect="1"/>
          </p:cNvPicPr>
          <p:nvPr/>
        </p:nvPicPr>
        <p:blipFill rotWithShape="1">
          <a:blip r:embed="rId6" cstate="print">
            <a:extLst>
              <a:ext uri="{28A0092B-C50C-407E-A947-70E740481C1C}">
                <a14:useLocalDpi xmlns:a14="http://schemas.microsoft.com/office/drawing/2010/main" val="0"/>
              </a:ext>
            </a:extLst>
          </a:blip>
          <a:srcRect l="58067" t="73966" b="11219"/>
          <a:stretch/>
        </p:blipFill>
        <p:spPr>
          <a:xfrm>
            <a:off x="9956800" y="2935491"/>
            <a:ext cx="1137053" cy="485779"/>
          </a:xfrm>
          <a:prstGeom prst="rect">
            <a:avLst/>
          </a:prstGeom>
        </p:spPr>
      </p:pic>
      <p:pic>
        <p:nvPicPr>
          <p:cNvPr id="5" name="图片 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490389" y="943829"/>
            <a:ext cx="5228265" cy="2902521"/>
          </a:xfrm>
          <a:prstGeom prst="rect">
            <a:avLst/>
          </a:prstGeom>
          <a:effectLst>
            <a:innerShdw blurRad="63500" dist="50800" dir="13500000">
              <a:prstClr val="black">
                <a:alpha val="50000"/>
              </a:prstClr>
            </a:innerShdw>
          </a:effectLst>
        </p:spPr>
      </p:pic>
      <p:sp>
        <p:nvSpPr>
          <p:cNvPr id="6" name="灯片编号占位符 5"/>
          <p:cNvSpPr>
            <a:spLocks noGrp="1"/>
          </p:cNvSpPr>
          <p:nvPr>
            <p:ph type="sldNum" sz="quarter" idx="10"/>
          </p:nvPr>
        </p:nvSpPr>
        <p:spPr/>
        <p:txBody>
          <a:bodyPr/>
          <a:lstStyle/>
          <a:p>
            <a:fld id="{9BDA83F4-0262-4454-9773-6006B56D6F37}" type="slidenum">
              <a:rPr lang="zh-CN" altLang="en-US" smtClean="0">
                <a:solidFill>
                  <a:prstClr val="white"/>
                </a:solidFill>
              </a:rPr>
              <a:pPr/>
              <a:t>11</a:t>
            </a:fld>
            <a:endParaRPr lang="zh-CN" altLang="en-US" dirty="0">
              <a:solidFill>
                <a:prstClr val="white"/>
              </a:solidFill>
            </a:endParaRPr>
          </a:p>
        </p:txBody>
      </p:sp>
      <p:pic>
        <p:nvPicPr>
          <p:cNvPr id="23" name="图片 22"/>
          <p:cNvPicPr>
            <a:picLocks noChangeAspect="1"/>
          </p:cNvPicPr>
          <p:nvPr/>
        </p:nvPicPr>
        <p:blipFill rotWithShape="1">
          <a:blip r:embed="rId8" cstate="print">
            <a:extLst>
              <a:ext uri="{BEBA8EAE-BF5A-486C-A8C5-ECC9F3942E4B}">
                <a14:imgProps xmlns:a14="http://schemas.microsoft.com/office/drawing/2010/main">
                  <a14:imgLayer r:embed="rId9">
                    <a14:imgEffect>
                      <a14:artisticPhotocopy/>
                    </a14:imgEffect>
                    <a14:imgEffect>
                      <a14:saturation sat="0"/>
                    </a14:imgEffect>
                  </a14:imgLayer>
                </a14:imgProps>
              </a:ext>
              <a:ext uri="{28A0092B-C50C-407E-A947-70E740481C1C}">
                <a14:useLocalDpi xmlns:a14="http://schemas.microsoft.com/office/drawing/2010/main" val="0"/>
              </a:ext>
            </a:extLst>
          </a:blip>
          <a:srcRect t="24321" r="16752"/>
          <a:stretch/>
        </p:blipFill>
        <p:spPr>
          <a:xfrm>
            <a:off x="8580033" y="0"/>
            <a:ext cx="3634971" cy="3304465"/>
          </a:xfrm>
          <a:prstGeom prst="rect">
            <a:avLst/>
          </a:prstGeom>
          <a:ln>
            <a:noFill/>
          </a:ln>
          <a:effectLst/>
        </p:spPr>
      </p:pic>
      <p:pic>
        <p:nvPicPr>
          <p:cNvPr id="24" name="图片 23"/>
          <p:cNvPicPr>
            <a:picLocks noChangeAspect="1"/>
          </p:cNvPicPr>
          <p:nvPr/>
        </p:nvPicPr>
        <p:blipFill>
          <a:blip r:embed="rId10" cstate="print">
            <a:extLst>
              <a:ext uri="{BEBA8EAE-BF5A-486C-A8C5-ECC9F3942E4B}">
                <a14:imgProps xmlns:a14="http://schemas.microsoft.com/office/drawing/2010/main">
                  <a14:imgLayer r:embed="rId11">
                    <a14:imgEffect>
                      <a14:artisticChalkSketch/>
                    </a14:imgEffect>
                  </a14:imgLayer>
                </a14:imgProps>
              </a:ext>
              <a:ext uri="{28A0092B-C50C-407E-A947-70E740481C1C}">
                <a14:useLocalDpi xmlns:a14="http://schemas.microsoft.com/office/drawing/2010/main" val="0"/>
              </a:ext>
            </a:extLst>
          </a:blip>
          <a:stretch>
            <a:fillRect/>
          </a:stretch>
        </p:blipFill>
        <p:spPr>
          <a:xfrm>
            <a:off x="10297412" y="639326"/>
            <a:ext cx="931677" cy="933189"/>
          </a:xfrm>
          <a:prstGeom prst="rect">
            <a:avLst/>
          </a:prstGeom>
          <a:effectLst>
            <a:innerShdw blurRad="114300">
              <a:prstClr val="black"/>
            </a:innerShdw>
          </a:effectLst>
        </p:spPr>
      </p:pic>
    </p:spTree>
    <p:extLst>
      <p:ext uri="{BB962C8B-B14F-4D97-AF65-F5344CB8AC3E}">
        <p14:creationId xmlns:p14="http://schemas.microsoft.com/office/powerpoint/2010/main" val="2793786718"/>
      </p:ext>
    </p:extLst>
  </p:cSld>
  <p:clrMapOvr>
    <a:masterClrMapping/>
  </p:clrMapOvr>
  <mc:AlternateContent xmlns:mc="http://schemas.openxmlformats.org/markup-compatibility/2006" xmlns:p15="http://schemas.microsoft.com/office/powerpoint/2012/main">
    <mc:Choice Requires="p15">
      <p:transition>
        <p15:prstTrans prst="fallOver"/>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1000"/>
                                        <p:tgtEl>
                                          <p:spTgt spid="9"/>
                                        </p:tgtEl>
                                      </p:cBhvr>
                                    </p:animEffect>
                                    <p:anim calcmode="lin" valueType="num">
                                      <p:cBhvr>
                                        <p:cTn id="14" dur="1000" fill="hold"/>
                                        <p:tgtEl>
                                          <p:spTgt spid="9"/>
                                        </p:tgtEl>
                                        <p:attrNameLst>
                                          <p:attrName>ppt_x</p:attrName>
                                        </p:attrNameLst>
                                      </p:cBhvr>
                                      <p:tavLst>
                                        <p:tav tm="0">
                                          <p:val>
                                            <p:strVal val="#ppt_x"/>
                                          </p:val>
                                        </p:tav>
                                        <p:tav tm="100000">
                                          <p:val>
                                            <p:strVal val="#ppt_x"/>
                                          </p:val>
                                        </p:tav>
                                      </p:tavLst>
                                    </p:anim>
                                    <p:anim calcmode="lin" valueType="num">
                                      <p:cBhvr>
                                        <p:cTn id="15"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theme/theme1.xml><?xml version="1.0" encoding="utf-8"?>
<a:theme xmlns:a="http://schemas.openxmlformats.org/drawingml/2006/main" name="24-浅色-办公趣味-多彩">
  <a:themeElements>
    <a:clrScheme name="CLASSIC - Standart Office">
      <a:dk1>
        <a:srgbClr val="44546A"/>
      </a:dk1>
      <a:lt1>
        <a:sysClr val="window" lastClr="FFFFFF"/>
      </a:lt1>
      <a:dk2>
        <a:srgbClr val="8496B0"/>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1">
      <a:majorFont>
        <a:latin typeface="微软雅黑"/>
        <a:ea typeface="方正兰亭粗黑简体"/>
        <a:cs typeface=""/>
      </a:majorFont>
      <a:minorFont>
        <a:latin typeface="微软雅黑"/>
        <a:ea typeface="微软雅黑"/>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38100">
          <a:solidFill>
            <a:schemeClr val="tx1">
              <a:lumMod val="60000"/>
              <a:lumOff val="40000"/>
            </a:schemeClr>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00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9637</TotalTime>
  <Words>961</Words>
  <Application>Microsoft Office PowerPoint</Application>
  <PresentationFormat>宽屏</PresentationFormat>
  <Paragraphs>169</Paragraphs>
  <Slides>11</Slides>
  <Notes>11</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11</vt:i4>
      </vt:variant>
    </vt:vector>
  </HeadingPairs>
  <TitlesOfParts>
    <vt:vector size="26" baseType="lpstr">
      <vt:lpstr>HiddenHorzOCR</vt:lpstr>
      <vt:lpstr>PingFang SC</vt:lpstr>
      <vt:lpstr>方正粗黑宋简体</vt:lpstr>
      <vt:lpstr>方正兰亭粗黑简体</vt:lpstr>
      <vt:lpstr>方正兰亭特黑简体</vt:lpstr>
      <vt:lpstr>微软雅黑</vt:lpstr>
      <vt:lpstr>Arial</vt:lpstr>
      <vt:lpstr>Calibri</vt:lpstr>
      <vt:lpstr>Cambria Math</vt:lpstr>
      <vt:lpstr>Consolas</vt:lpstr>
      <vt:lpstr>Fira Code</vt:lpstr>
      <vt:lpstr>Georgia</vt:lpstr>
      <vt:lpstr>Times New Roman</vt:lpstr>
      <vt:lpstr>Wingdings</vt:lpstr>
      <vt:lpstr>24-浅色-办公趣味-多彩</vt:lpstr>
      <vt:lpstr>PowerPoint 演示文稿</vt:lpstr>
      <vt:lpstr>我们将要…</vt:lpstr>
      <vt:lpstr>特征选择方法总述</vt:lpstr>
      <vt:lpstr>Relief过滤式特征选择算法</vt:lpstr>
      <vt:lpstr>Relief过滤式特征选择算法</vt:lpstr>
      <vt:lpstr>Relief过滤式特征选择算法</vt:lpstr>
      <vt:lpstr>Relief过滤式特征选择算法</vt:lpstr>
      <vt:lpstr>LVW包裹式特征选择算法</vt:lpstr>
      <vt:lpstr>LVW包裹式特征选择算法</vt:lpstr>
      <vt:lpstr>LVW包裹式特征选择算法</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宋 高峰</dc:creator>
  <cp:lastModifiedBy>若水 璃</cp:lastModifiedBy>
  <cp:revision>681</cp:revision>
  <dcterms:created xsi:type="dcterms:W3CDTF">2019-06-06T12:37:51Z</dcterms:created>
  <dcterms:modified xsi:type="dcterms:W3CDTF">2026-04-25T13:04:59Z</dcterms:modified>
</cp:coreProperties>
</file>